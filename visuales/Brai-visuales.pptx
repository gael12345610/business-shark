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b8442b22-98ae-7c81-6297-9f97994756de}">
          <p14:sldIdLst>
            <p14:sldId id="256"/>
          </p14:sldIdLst>
        </p14:section>
        <p14:section name="Marca" id="{14b7001c-f127-4d8d-10b2-ff9456b931fc}">
          <p14:sldIdLst>
            <p14:sldId id="257"/>
            <p14:sldId id="258"/>
            <p14:sldId id="259"/>
            <p14:sldId id="260"/>
            <p14:sldId id="261"/>
          </p14:sldIdLst>
        </p14:section>
        <p14:section name="Prototipo" id="{7e260038-d8c4-0f9e-ae53-769c0f7f02fa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Cierre" id="{8aa375e4-fe67-6609-4b8b-05e9a4b0ebe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imágenes de esta presentación están también como PNG en la carpeta visuales/ del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USINESS-SHARK/visuales/logos/isotipo-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194560"/>
            <a:ext cx="8686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Título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48056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Subtítulo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USINESS-SHARK/visuales/logos/isotip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09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Brai · visuales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20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ETIQUETA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Título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0936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C5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229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Título</a:t>
            </a: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0936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C5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219456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Cada obra sabe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de dónde viene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44805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Visuales de marca y del prototipo de Brai. 31 de octubre de 2026.</a:t>
            </a:r>
            <a:endParaRPr lang="en-US" sz="1800" dirty="0"/>
          </a:p>
        </p:txBody>
      </p:sp>
      <p:pic>
        <p:nvPicPr>
          <p:cNvPr id="4" name="imagen-1" descr="punto-tranqui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6031" y="2286000"/>
            <a:ext cx="247337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ISOTIPO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El enso: un trazo que casi se cierra</a:t>
            </a:r>
            <a:endParaRPr lang="en-US" sz="3400" dirty="0"/>
          </a:p>
        </p:txBody>
      </p:sp>
      <p:sp>
        <p:nvSpPr>
          <p:cNvPr id="4" name="panel-2"/>
          <p:cNvSpPr/>
          <p:nvPr/>
        </p:nvSpPr>
        <p:spPr>
          <a:xfrm>
            <a:off x="548640" y="173736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DDCF"/>
            </a:solidFill>
            <a:prstDash val="solid"/>
          </a:ln>
        </p:spPr>
      </p:sp>
      <p:pic>
        <p:nvPicPr>
          <p:cNvPr id="5" name="imagen-3" descr="isotip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057400"/>
            <a:ext cx="1828800" cy="1828800"/>
          </a:xfrm>
          <a:prstGeom prst="rect">
            <a:avLst/>
          </a:prstGeom>
        </p:spPr>
      </p:pic>
      <p:sp>
        <p:nvSpPr>
          <p:cNvPr id="6" name="texto-4"/>
          <p:cNvSpPr txBox="1"/>
          <p:nvPr/>
        </p:nvSpPr>
        <p:spPr>
          <a:xfrm>
            <a:off x="82296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Color</a:t>
            </a:r>
            <a:endParaRPr lang="en-US" sz="1300" dirty="0"/>
          </a:p>
        </p:txBody>
      </p:sp>
      <p:sp>
        <p:nvSpPr>
          <p:cNvPr id="7" name="panel-5"/>
          <p:cNvSpPr/>
          <p:nvPr/>
        </p:nvSpPr>
        <p:spPr>
          <a:xfrm>
            <a:off x="4297680" y="173736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2B2622"/>
          </a:solidFill>
          <a:ln w="12700">
            <a:solidFill>
              <a:srgbClr val="E5DDCF"/>
            </a:solidFill>
            <a:prstDash val="solid"/>
          </a:ln>
        </p:spPr>
      </p:sp>
      <p:pic>
        <p:nvPicPr>
          <p:cNvPr id="8" name="imagen-6" descr="isotipo-cla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1828800" cy="1828800"/>
          </a:xfrm>
          <a:prstGeom prst="rect">
            <a:avLst/>
          </a:prstGeom>
        </p:spPr>
      </p:pic>
      <p:sp>
        <p:nvSpPr>
          <p:cNvPr id="9" name="texto-7"/>
          <p:cNvSpPr txBox="1"/>
          <p:nvPr/>
        </p:nvSpPr>
        <p:spPr>
          <a:xfrm>
            <a:off x="457200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Una tinta, fondo oscuro</a:t>
            </a:r>
            <a:endParaRPr lang="en-US" sz="1300" dirty="0"/>
          </a:p>
        </p:txBody>
      </p:sp>
      <p:sp>
        <p:nvSpPr>
          <p:cNvPr id="10" name="panel-8"/>
          <p:cNvSpPr/>
          <p:nvPr/>
        </p:nvSpPr>
        <p:spPr>
          <a:xfrm>
            <a:off x="8046720" y="173736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E9E1D4"/>
          </a:solidFill>
          <a:ln w="12700">
            <a:solidFill>
              <a:srgbClr val="E5DDCF"/>
            </a:solidFill>
            <a:prstDash val="solid"/>
          </a:ln>
        </p:spPr>
      </p:sp>
      <p:pic>
        <p:nvPicPr>
          <p:cNvPr id="11" name="imagen-9" descr="isotipo-tin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057400"/>
            <a:ext cx="1828800" cy="1828800"/>
          </a:xfrm>
          <a:prstGeom prst="rect">
            <a:avLst/>
          </a:prstGeom>
        </p:spPr>
      </p:pic>
      <p:sp>
        <p:nvSpPr>
          <p:cNvPr id="12" name="texto-10"/>
          <p:cNvSpPr txBox="1"/>
          <p:nvPr/>
        </p:nvSpPr>
        <p:spPr>
          <a:xfrm>
            <a:off x="832104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Una tinta, impresión barata</a:t>
            </a:r>
            <a:endParaRPr lang="en-US" sz="1300" dirty="0"/>
          </a:p>
        </p:txBody>
      </p:sp>
      <p:sp>
        <p:nvSpPr>
          <p:cNvPr id="13" name="texto-11"/>
          <p:cNvSpPr txBox="1"/>
          <p:nvPr/>
        </p:nvSpPr>
        <p:spPr>
          <a:xfrm>
            <a:off x="548640" y="5074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hueco va siempre a las 2 en punto. El punto dorado lo cierra: es el último gesto, el que verifica. Mínimo 8 mm.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0936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C5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COLOR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Seis colores, un solo acento</a:t>
            </a:r>
            <a:endParaRPr lang="en-US" sz="3400" dirty="0"/>
          </a:p>
        </p:txBody>
      </p:sp>
      <p:sp>
        <p:nvSpPr>
          <p:cNvPr id="4" name="color-12"/>
          <p:cNvSpPr/>
          <p:nvPr/>
        </p:nvSpPr>
        <p:spPr>
          <a:xfrm>
            <a:off x="548640" y="1737360"/>
            <a:ext cx="3474720" cy="1920240"/>
          </a:xfrm>
          <a:prstGeom prst="roundRect">
            <a:avLst>
              <a:gd name="adj" fmla="val 7143"/>
            </a:avLst>
          </a:prstGeom>
          <a:solidFill>
            <a:srgbClr val="C06E52"/>
          </a:solidFill>
          <a:ln w="12700">
            <a:solidFill>
              <a:srgbClr val="C06E52"/>
            </a:solidFill>
            <a:prstDash val="solid"/>
          </a:ln>
        </p:spPr>
      </p:sp>
      <p:sp>
        <p:nvSpPr>
          <p:cNvPr id="5" name="texto-13"/>
          <p:cNvSpPr txBox="1"/>
          <p:nvPr/>
        </p:nvSpPr>
        <p:spPr>
          <a:xfrm>
            <a:off x="82296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622"/>
                </a:solidFill>
              </a:rPr>
              <a:t>Terracota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#C06E52</a:t>
            </a:r>
            <a:endParaRPr lang="en-US" sz="1500" dirty="0"/>
          </a:p>
        </p:txBody>
      </p:sp>
      <p:sp>
        <p:nvSpPr>
          <p:cNvPr id="6" name="texto-14"/>
          <p:cNvSpPr txBox="1"/>
          <p:nvPr/>
        </p:nvSpPr>
        <p:spPr>
          <a:xfrm>
            <a:off x="82296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</a:rPr>
              <a:t>Logo y superficies grandes</a:t>
            </a:r>
            <a:endParaRPr lang="en-US" sz="1300" dirty="0"/>
          </a:p>
        </p:txBody>
      </p:sp>
      <p:sp>
        <p:nvSpPr>
          <p:cNvPr id="7" name="color-15"/>
          <p:cNvSpPr/>
          <p:nvPr/>
        </p:nvSpPr>
        <p:spPr>
          <a:xfrm>
            <a:off x="4297680" y="1737360"/>
            <a:ext cx="3474720" cy="1920240"/>
          </a:xfrm>
          <a:prstGeom prst="roundRect">
            <a:avLst>
              <a:gd name="adj" fmla="val 7143"/>
            </a:avLst>
          </a:prstGeom>
          <a:solidFill>
            <a:srgbClr val="A2563D"/>
          </a:solidFill>
          <a:ln w="12700">
            <a:solidFill>
              <a:srgbClr val="A2563D"/>
            </a:solidFill>
            <a:prstDash val="solid"/>
          </a:ln>
        </p:spPr>
      </p:sp>
      <p:sp>
        <p:nvSpPr>
          <p:cNvPr id="8" name="texto-16"/>
          <p:cNvSpPr txBox="1"/>
          <p:nvPr/>
        </p:nvSpPr>
        <p:spPr>
          <a:xfrm>
            <a:off x="457200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6F1EA"/>
                </a:solidFill>
              </a:rPr>
              <a:t>Terracota botón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6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#A2563D</a:t>
            </a:r>
            <a:endParaRPr lang="en-US" sz="1500" dirty="0"/>
          </a:p>
        </p:txBody>
      </p:sp>
      <p:sp>
        <p:nvSpPr>
          <p:cNvPr id="9" name="texto-17"/>
          <p:cNvSpPr txBox="1"/>
          <p:nvPr/>
        </p:nvSpPr>
        <p:spPr>
          <a:xfrm>
            <a:off x="457200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A"/>
                </a:solidFill>
              </a:rPr>
              <a:t>Botones, links, texto chico</a:t>
            </a:r>
            <a:endParaRPr lang="en-US" sz="1300" dirty="0"/>
          </a:p>
        </p:txBody>
      </p:sp>
      <p:sp>
        <p:nvSpPr>
          <p:cNvPr id="10" name="color-18"/>
          <p:cNvSpPr/>
          <p:nvPr/>
        </p:nvSpPr>
        <p:spPr>
          <a:xfrm>
            <a:off x="8046720" y="1737360"/>
            <a:ext cx="3474720" cy="1920240"/>
          </a:xfrm>
          <a:prstGeom prst="roundRect">
            <a:avLst>
              <a:gd name="adj" fmla="val 7143"/>
            </a:avLst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1" name="texto-19"/>
          <p:cNvSpPr txBox="1"/>
          <p:nvPr/>
        </p:nvSpPr>
        <p:spPr>
          <a:xfrm>
            <a:off x="832104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6F1EA"/>
                </a:solidFill>
              </a:rPr>
              <a:t>Tinta carbón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6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#2B2622</a:t>
            </a:r>
            <a:endParaRPr lang="en-US" sz="1500" dirty="0"/>
          </a:p>
        </p:txBody>
      </p:sp>
      <p:sp>
        <p:nvSpPr>
          <p:cNvPr id="12" name="texto-20"/>
          <p:cNvSpPr txBox="1"/>
          <p:nvPr/>
        </p:nvSpPr>
        <p:spPr>
          <a:xfrm>
            <a:off x="832104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A"/>
                </a:solidFill>
              </a:rPr>
              <a:t>Texto y fondos oscuros</a:t>
            </a:r>
            <a:endParaRPr lang="en-US" sz="1300" dirty="0"/>
          </a:p>
        </p:txBody>
      </p:sp>
      <p:sp>
        <p:nvSpPr>
          <p:cNvPr id="13" name="color-21"/>
          <p:cNvSpPr/>
          <p:nvPr/>
        </p:nvSpPr>
        <p:spPr>
          <a:xfrm>
            <a:off x="548640" y="3886200"/>
            <a:ext cx="3474720" cy="1920240"/>
          </a:xfrm>
          <a:prstGeom prst="roundRect">
            <a:avLst>
              <a:gd name="adj" fmla="val 7143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4" name="texto-22"/>
          <p:cNvSpPr txBox="1"/>
          <p:nvPr/>
        </p:nvSpPr>
        <p:spPr>
          <a:xfrm>
            <a:off x="82296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622"/>
                </a:solidFill>
              </a:rPr>
              <a:t>Dorado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#C9A24B</a:t>
            </a:r>
            <a:endParaRPr lang="en-US" sz="1500" dirty="0"/>
          </a:p>
        </p:txBody>
      </p:sp>
      <p:sp>
        <p:nvSpPr>
          <p:cNvPr id="15" name="texto-23"/>
          <p:cNvSpPr txBox="1"/>
          <p:nvPr/>
        </p:nvSpPr>
        <p:spPr>
          <a:xfrm>
            <a:off x="822960" y="5120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</a:rPr>
              <a:t>Solo "obra registrada", nunca texto</a:t>
            </a:r>
            <a:endParaRPr lang="en-US" sz="1300" dirty="0"/>
          </a:p>
        </p:txBody>
      </p:sp>
      <p:sp>
        <p:nvSpPr>
          <p:cNvPr id="16" name="color-24"/>
          <p:cNvSpPr/>
          <p:nvPr/>
        </p:nvSpPr>
        <p:spPr>
          <a:xfrm>
            <a:off x="4297680" y="3886200"/>
            <a:ext cx="3474720" cy="1920240"/>
          </a:xfrm>
          <a:prstGeom prst="roundRect">
            <a:avLst>
              <a:gd name="adj" fmla="val 7143"/>
            </a:avLst>
          </a:prstGeom>
          <a:solidFill>
            <a:srgbClr val="F6F1EA"/>
          </a:solidFill>
          <a:ln w="12700">
            <a:solidFill>
              <a:srgbClr val="E5DDCF"/>
            </a:solidFill>
            <a:prstDash val="solid"/>
          </a:ln>
        </p:spPr>
      </p:sp>
      <p:sp>
        <p:nvSpPr>
          <p:cNvPr id="17" name="texto-25"/>
          <p:cNvSpPr txBox="1"/>
          <p:nvPr/>
        </p:nvSpPr>
        <p:spPr>
          <a:xfrm>
            <a:off x="457200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622"/>
                </a:solidFill>
              </a:rPr>
              <a:t>Lienzo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#F6F1EA</a:t>
            </a:r>
            <a:endParaRPr lang="en-US" sz="1500" dirty="0"/>
          </a:p>
        </p:txBody>
      </p:sp>
      <p:sp>
        <p:nvSpPr>
          <p:cNvPr id="18" name="texto-26"/>
          <p:cNvSpPr txBox="1"/>
          <p:nvPr/>
        </p:nvSpPr>
        <p:spPr>
          <a:xfrm>
            <a:off x="4572000" y="5120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</a:rPr>
              <a:t>Fondos</a:t>
            </a:r>
            <a:endParaRPr lang="en-US" sz="1300" dirty="0"/>
          </a:p>
        </p:txBody>
      </p:sp>
      <p:sp>
        <p:nvSpPr>
          <p:cNvPr id="19" name="color-27"/>
          <p:cNvSpPr/>
          <p:nvPr/>
        </p:nvSpPr>
        <p:spPr>
          <a:xfrm>
            <a:off x="8046720" y="3886200"/>
            <a:ext cx="3474720" cy="1920240"/>
          </a:xfrm>
          <a:prstGeom prst="roundRect">
            <a:avLst>
              <a:gd name="adj" fmla="val 7143"/>
            </a:avLst>
          </a:prstGeom>
          <a:solidFill>
            <a:srgbClr val="5E6C52"/>
          </a:solidFill>
          <a:ln w="12700">
            <a:solidFill>
              <a:srgbClr val="5E6C52"/>
            </a:solidFill>
            <a:prstDash val="solid"/>
          </a:ln>
        </p:spPr>
      </p:sp>
      <p:sp>
        <p:nvSpPr>
          <p:cNvPr id="20" name="texto-28"/>
          <p:cNvSpPr txBox="1"/>
          <p:nvPr/>
        </p:nvSpPr>
        <p:spPr>
          <a:xfrm>
            <a:off x="832104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6F1EA"/>
                </a:solidFill>
              </a:rPr>
              <a:t>Verde sabio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6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#5E6C52</a:t>
            </a:r>
            <a:endParaRPr lang="en-US" sz="1500" dirty="0"/>
          </a:p>
        </p:txBody>
      </p:sp>
      <p:sp>
        <p:nvSpPr>
          <p:cNvPr id="21" name="texto-29"/>
          <p:cNvSpPr txBox="1"/>
          <p:nvPr/>
        </p:nvSpPr>
        <p:spPr>
          <a:xfrm>
            <a:off x="8321040" y="5120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A"/>
                </a:solidFill>
              </a:rPr>
              <a:t>Texto secundario y etiquetas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0936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C5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TIPOGRAFÍA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Tres voces</a:t>
            </a:r>
            <a:endParaRPr lang="en-US" sz="3400" dirty="0"/>
          </a:p>
        </p:txBody>
      </p:sp>
      <p:sp>
        <p:nvSpPr>
          <p:cNvPr id="4" name="linea-30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E5DDCF"/>
            </a:solidFill>
            <a:prstDash val="solid"/>
          </a:ln>
        </p:spPr>
      </p:sp>
      <p:sp>
        <p:nvSpPr>
          <p:cNvPr id="5" name="texto-31"/>
          <p:cNvSpPr txBox="1"/>
          <p:nvPr/>
        </p:nvSpPr>
        <p:spPr>
          <a:xfrm>
            <a:off x="54864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GALERÍA · FRAUNCES</a:t>
            </a:r>
            <a:endParaRPr lang="en-US" sz="1100" dirty="0"/>
          </a:p>
        </p:txBody>
      </p:sp>
      <p:sp>
        <p:nvSpPr>
          <p:cNvPr id="6" name="texto-32"/>
          <p:cNvSpPr txBox="1"/>
          <p:nvPr/>
        </p:nvSpPr>
        <p:spPr>
          <a:xfrm>
            <a:off x="54864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Títulos y nombres de obra</a:t>
            </a:r>
            <a:endParaRPr lang="en-US" sz="1300" dirty="0"/>
          </a:p>
        </p:txBody>
      </p:sp>
      <p:sp>
        <p:nvSpPr>
          <p:cNvPr id="7" name="texto-33"/>
          <p:cNvSpPr txBox="1"/>
          <p:nvPr/>
        </p:nvSpPr>
        <p:spPr>
          <a:xfrm>
            <a:off x="3840480" y="196596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Obras con historia</a:t>
            </a:r>
            <a:endParaRPr lang="en-US" sz="4000" dirty="0"/>
          </a:p>
        </p:txBody>
      </p:sp>
      <p:sp>
        <p:nvSpPr>
          <p:cNvPr id="8" name="linea-34"/>
          <p:cNvSpPr/>
          <p:nvPr/>
        </p:nvSpPr>
        <p:spPr>
          <a:xfrm>
            <a:off x="548640" y="3200400"/>
            <a:ext cx="11064240" cy="0"/>
          </a:xfrm>
          <a:prstGeom prst="line">
            <a:avLst/>
          </a:prstGeom>
          <a:noFill/>
          <a:ln w="12700">
            <a:solidFill>
              <a:srgbClr val="E5DDCF"/>
            </a:solidFill>
            <a:prstDash val="solid"/>
          </a:ln>
        </p:spPr>
      </p:sp>
      <p:sp>
        <p:nvSpPr>
          <p:cNvPr id="9" name="texto-35"/>
          <p:cNvSpPr txBox="1"/>
          <p:nvPr/>
        </p:nvSpPr>
        <p:spPr>
          <a:xfrm>
            <a:off x="54864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TALLER · SCHIBSTED GROTESK</a:t>
            </a:r>
            <a:endParaRPr lang="en-US" sz="1100" dirty="0"/>
          </a:p>
        </p:txBody>
      </p:sp>
      <p:sp>
        <p:nvSpPr>
          <p:cNvPr id="10" name="texto-36"/>
          <p:cNvSpPr txBox="1"/>
          <p:nvPr/>
        </p:nvSpPr>
        <p:spPr>
          <a:xfrm>
            <a:off x="54864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Texto e interfaz</a:t>
            </a:r>
            <a:endParaRPr lang="en-US" sz="1300" dirty="0"/>
          </a:p>
        </p:txBody>
      </p:sp>
      <p:sp>
        <p:nvSpPr>
          <p:cNvPr id="11" name="texto-37"/>
          <p:cNvSpPr txBox="1"/>
          <p:nvPr/>
        </p:nvSpPr>
        <p:spPr>
          <a:xfrm>
            <a:off x="3840480" y="338328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Cada obra lleva su historia, su artista y su dueño.</a:t>
            </a:r>
            <a:endParaRPr lang="en-US" sz="2200" dirty="0"/>
          </a:p>
        </p:txBody>
      </p:sp>
      <p:sp>
        <p:nvSpPr>
          <p:cNvPr id="12" name="linea-38"/>
          <p:cNvSpPr/>
          <p:nvPr/>
        </p:nvSpPr>
        <p:spPr>
          <a:xfrm>
            <a:off x="548640" y="4617720"/>
            <a:ext cx="11064240" cy="0"/>
          </a:xfrm>
          <a:prstGeom prst="line">
            <a:avLst/>
          </a:prstGeom>
          <a:noFill/>
          <a:ln w="12700">
            <a:solidFill>
              <a:srgbClr val="E5DDCF"/>
            </a:solidFill>
            <a:prstDash val="solid"/>
          </a:ln>
        </p:spPr>
      </p:sp>
      <p:sp>
        <p:nvSpPr>
          <p:cNvPr id="13" name="texto-39"/>
          <p:cNvSpPr txBox="1"/>
          <p:nvPr/>
        </p:nvSpPr>
        <p:spPr>
          <a:xfrm>
            <a:off x="548640" y="4846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REGISTRO · IBM PLEX MONO</a:t>
            </a:r>
            <a:endParaRPr lang="en-US" sz="1100" dirty="0"/>
          </a:p>
        </p:txBody>
      </p:sp>
      <p:sp>
        <p:nvSpPr>
          <p:cNvPr id="14" name="texto-40"/>
          <p:cNvSpPr txBox="1"/>
          <p:nvPr/>
        </p:nvSpPr>
        <p:spPr>
          <a:xfrm>
            <a:off x="548640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Registro, fechas, ficha y códigos</a:t>
            </a:r>
            <a:endParaRPr lang="en-US" sz="1300" dirty="0"/>
          </a:p>
        </p:txBody>
      </p:sp>
      <p:sp>
        <p:nvSpPr>
          <p:cNvPr id="15" name="texto-41"/>
          <p:cNvSpPr txBox="1"/>
          <p:nvPr/>
        </p:nvSpPr>
        <p:spPr>
          <a:xfrm>
            <a:off x="3840480" y="480060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BRAI-0007 · Óleo sobre tela · 60 × 80 cm · 2026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0936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C5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MASCOTA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Punto, el sello que todo lo recuerda</a:t>
            </a:r>
            <a:endParaRPr lang="en-US" sz="3400" dirty="0"/>
          </a:p>
        </p:txBody>
      </p:sp>
      <p:pic>
        <p:nvPicPr>
          <p:cNvPr id="4" name="imagen-42" descr="punto-tranqui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392" y="1691640"/>
            <a:ext cx="1896256" cy="2103120"/>
          </a:xfrm>
          <a:prstGeom prst="rect">
            <a:avLst/>
          </a:prstGeom>
        </p:spPr>
      </p:pic>
      <p:sp>
        <p:nvSpPr>
          <p:cNvPr id="5" name="texto-43"/>
          <p:cNvSpPr txBox="1"/>
          <p:nvPr/>
        </p:nvSpPr>
        <p:spPr>
          <a:xfrm>
            <a:off x="54864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Tranquilo</a:t>
            </a:r>
            <a:endParaRPr lang="en-US" sz="1700" dirty="0"/>
          </a:p>
        </p:txBody>
      </p:sp>
      <p:sp>
        <p:nvSpPr>
          <p:cNvPr id="6" name="texto-44"/>
          <p:cNvSpPr txBox="1"/>
          <p:nvPr/>
        </p:nvSpPr>
        <p:spPr>
          <a:xfrm>
            <a:off x="548640" y="43159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Parpadea y te sigue con los ojos</a:t>
            </a:r>
            <a:endParaRPr lang="en-US" sz="1300" dirty="0"/>
          </a:p>
        </p:txBody>
      </p:sp>
      <p:pic>
        <p:nvPicPr>
          <p:cNvPr id="7" name="imagen-45" descr="punto-toq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032" y="1691640"/>
            <a:ext cx="1896256" cy="2103120"/>
          </a:xfrm>
          <a:prstGeom prst="rect">
            <a:avLst/>
          </a:prstGeom>
        </p:spPr>
      </p:pic>
      <p:sp>
        <p:nvSpPr>
          <p:cNvPr id="8" name="texto-46"/>
          <p:cNvSpPr txBox="1"/>
          <p:nvPr/>
        </p:nvSpPr>
        <p:spPr>
          <a:xfrm>
            <a:off x="338328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Toque</a:t>
            </a:r>
            <a:endParaRPr lang="en-US" sz="1700" dirty="0"/>
          </a:p>
        </p:txBody>
      </p:sp>
      <p:sp>
        <p:nvSpPr>
          <p:cNvPr id="9" name="texto-47"/>
          <p:cNvSpPr txBox="1"/>
          <p:nvPr/>
        </p:nvSpPr>
        <p:spPr>
          <a:xfrm>
            <a:off x="3383280" y="43159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 tocarlo salen las ondas del NFC</a:t>
            </a:r>
            <a:endParaRPr lang="en-US" sz="1300" dirty="0"/>
          </a:p>
        </p:txBody>
      </p:sp>
      <p:pic>
        <p:nvPicPr>
          <p:cNvPr id="10" name="imagen-48" descr="punto-feli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672" y="1691640"/>
            <a:ext cx="1896256" cy="2103120"/>
          </a:xfrm>
          <a:prstGeom prst="rect">
            <a:avLst/>
          </a:prstGeom>
        </p:spPr>
      </p:pic>
      <p:sp>
        <p:nvSpPr>
          <p:cNvPr id="11" name="texto-49"/>
          <p:cNvSpPr txBox="1"/>
          <p:nvPr/>
        </p:nvSpPr>
        <p:spPr>
          <a:xfrm>
            <a:off x="621792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Feliz</a:t>
            </a:r>
            <a:endParaRPr lang="en-US" sz="1700" dirty="0"/>
          </a:p>
        </p:txBody>
      </p:sp>
      <p:sp>
        <p:nvSpPr>
          <p:cNvPr id="12" name="texto-50"/>
          <p:cNvSpPr txBox="1"/>
          <p:nvPr/>
        </p:nvSpPr>
        <p:spPr>
          <a:xfrm>
            <a:off x="6217920" y="43159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Cuando registras una obra</a:t>
            </a:r>
            <a:endParaRPr lang="en-US" sz="1300" dirty="0"/>
          </a:p>
        </p:txBody>
      </p:sp>
      <p:pic>
        <p:nvPicPr>
          <p:cNvPr id="13" name="imagen-51" descr="punto-dud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0312" y="1691640"/>
            <a:ext cx="1896256" cy="2103120"/>
          </a:xfrm>
          <a:prstGeom prst="rect">
            <a:avLst/>
          </a:prstGeom>
        </p:spPr>
      </p:pic>
      <p:sp>
        <p:nvSpPr>
          <p:cNvPr id="14" name="texto-52"/>
          <p:cNvSpPr txBox="1"/>
          <p:nvPr/>
        </p:nvSpPr>
        <p:spPr>
          <a:xfrm>
            <a:off x="905256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Duda</a:t>
            </a:r>
            <a:endParaRPr lang="en-US" sz="1700" dirty="0"/>
          </a:p>
        </p:txBody>
      </p:sp>
      <p:sp>
        <p:nvSpPr>
          <p:cNvPr id="15" name="texto-53"/>
          <p:cNvSpPr txBox="1"/>
          <p:nvPr/>
        </p:nvSpPr>
        <p:spPr>
          <a:xfrm>
            <a:off x="9052560" y="43159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Página no encontrada</a:t>
            </a:r>
            <a:endParaRPr lang="en-US" sz="1300" dirty="0"/>
          </a:p>
        </p:txBody>
      </p:sp>
      <p:sp>
        <p:nvSpPr>
          <p:cNvPr id="16" name="texto-54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Hecho del producto, como el muñeco de Michelin está hecho de llantas: es el sello que va detrás del cuadro. De Clawd, la mascota de Claude Code, tomamos el color plano, los ojos sin boca y las patitas. Nunca interrumpe y nunca sale en la página de la obra.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0936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C5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PIEZAS FÍSICAS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Lo que toca el comprador</a:t>
            </a:r>
            <a:endParaRPr lang="en-US" sz="3400" dirty="0"/>
          </a:p>
        </p:txBody>
      </p:sp>
      <p:pic>
        <p:nvPicPr>
          <p:cNvPr id="4" name="imagen-55" descr="piezas-BRAI-0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6420"/>
            <a:ext cx="6949440" cy="4053840"/>
          </a:xfrm>
          <a:prstGeom prst="rect">
            <a:avLst/>
          </a:prstGeom>
        </p:spPr>
      </p:pic>
      <p:sp>
        <p:nvSpPr>
          <p:cNvPr id="5" name="texto-56"/>
          <p:cNvSpPr txBox="1"/>
          <p:nvPr/>
        </p:nvSpPr>
        <p:spPr>
          <a:xfrm>
            <a:off x="7863840" y="182880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Tarjeta de dueño.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85 × 55 mm, firmada a mano, con el código bajo raspadita.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Sello NFC.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30 mm, detrás del cuadro. Se rompe si lo despegan.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QR.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Junto al sello, para celulares sin NFC.</a:t>
            </a:r>
            <a:endParaRPr lang="en-US" sz="1500" dirty="0"/>
          </a:p>
        </p:txBody>
      </p:sp>
      <p:sp>
        <p:nvSpPr>
          <p:cNvPr id="6" name="texto-57"/>
          <p:cNvSpPr txBox="1"/>
          <p:nvPr/>
        </p:nvSpPr>
        <p:spPr>
          <a:xfrm>
            <a:off x="7863840" y="5120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 imprimir en tamaño real: visuales/imprimir/piezas-BRAI-0001-carta.pdf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0936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C5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LANDING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Vendiste tu obra. ¿Sabes dónde está hoy?</a:t>
            </a:r>
            <a:endParaRPr lang="en-US" sz="3400" dirty="0"/>
          </a:p>
        </p:txBody>
      </p:sp>
      <p:pic>
        <p:nvPicPr>
          <p:cNvPr id="4" name="imagen-58" descr="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022592" cy="4389120"/>
          </a:xfrm>
          <a:prstGeom prst="rect">
            <a:avLst/>
          </a:prstGeom>
        </p:spPr>
      </p:pic>
      <p:sp>
        <p:nvSpPr>
          <p:cNvPr id="5" name="marco-59"/>
          <p:cNvSpPr/>
          <p:nvPr/>
        </p:nvSpPr>
        <p:spPr>
          <a:xfrm>
            <a:off x="9244584" y="1609344"/>
            <a:ext cx="2171613" cy="4507992"/>
          </a:xfrm>
          <a:prstGeom prst="roundRect">
            <a:avLst>
              <a:gd name="adj" fmla="val 9264"/>
            </a:avLst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  <a:effectLst>
            <a:outerShdw sx="100000" sy="100000" kx="0" ky="0" algn="bl" rotWithShape="0" blurRad="152400" dist="50800" dir="5400000">
              <a:srgbClr val="2B2622">
                <a:alpha val="18000"/>
              </a:srgbClr>
            </a:outerShdw>
          </a:effectLst>
        </p:spPr>
      </p:sp>
      <p:pic>
        <p:nvPicPr>
          <p:cNvPr id="6" name="pantalla-60" descr="la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691640"/>
            <a:ext cx="2007021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0936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C5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 QUE VE EL COMPRADOR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La página de la obra, como una cédula de museo</a:t>
            </a:r>
            <a:endParaRPr lang="en-US" sz="3400" dirty="0"/>
          </a:p>
        </p:txBody>
      </p:sp>
      <p:sp>
        <p:nvSpPr>
          <p:cNvPr id="4" name="marco-61"/>
          <p:cNvSpPr/>
          <p:nvPr/>
        </p:nvSpPr>
        <p:spPr>
          <a:xfrm>
            <a:off x="603504" y="1609344"/>
            <a:ext cx="1981474" cy="4096512"/>
          </a:xfrm>
          <a:prstGeom prst="roundRect">
            <a:avLst>
              <a:gd name="adj" fmla="val 10152"/>
            </a:avLst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  <a:effectLst>
            <a:outerShdw sx="100000" sy="100000" kx="0" ky="0" algn="bl" rotWithShape="0" blurRad="152400" dist="50800" dir="5400000">
              <a:srgbClr val="2B2622">
                <a:alpha val="18000"/>
              </a:srgbClr>
            </a:outerShdw>
          </a:effectLst>
        </p:spPr>
      </p:sp>
      <p:pic>
        <p:nvPicPr>
          <p:cNvPr id="5" name="pantalla-62" descr="ob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1816882" cy="3931920"/>
          </a:xfrm>
          <a:prstGeom prst="rect">
            <a:avLst/>
          </a:prstGeom>
        </p:spPr>
      </p:pic>
      <p:sp>
        <p:nvSpPr>
          <p:cNvPr id="6" name="texto-63"/>
          <p:cNvSpPr txBox="1"/>
          <p:nvPr/>
        </p:nvSpPr>
        <p:spPr>
          <a:xfrm>
            <a:off x="365760" y="5760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Toca el sello y se abre la obra</a:t>
            </a:r>
            <a:endParaRPr lang="en-US" sz="1200" dirty="0"/>
          </a:p>
        </p:txBody>
      </p:sp>
      <p:sp>
        <p:nvSpPr>
          <p:cNvPr id="7" name="marco-64"/>
          <p:cNvSpPr/>
          <p:nvPr/>
        </p:nvSpPr>
        <p:spPr>
          <a:xfrm>
            <a:off x="3346704" y="1609344"/>
            <a:ext cx="1981474" cy="4096512"/>
          </a:xfrm>
          <a:prstGeom prst="roundRect">
            <a:avLst>
              <a:gd name="adj" fmla="val 10152"/>
            </a:avLst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  <a:effectLst>
            <a:outerShdw sx="100000" sy="100000" kx="0" ky="0" algn="bl" rotWithShape="0" blurRad="152400" dist="50800" dir="5400000">
              <a:srgbClr val="2B2622">
                <a:alpha val="18000"/>
              </a:srgbClr>
            </a:outerShdw>
          </a:effectLst>
        </p:spPr>
      </p:sp>
      <p:pic>
        <p:nvPicPr>
          <p:cNvPr id="8" name="pantalla-65" descr="reclam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91640"/>
            <a:ext cx="1816882" cy="3931920"/>
          </a:xfrm>
          <a:prstGeom prst="rect">
            <a:avLst/>
          </a:prstGeom>
        </p:spPr>
      </p:pic>
      <p:sp>
        <p:nvSpPr>
          <p:cNvPr id="9" name="texto-66"/>
          <p:cNvSpPr txBox="1"/>
          <p:nvPr/>
        </p:nvSpPr>
        <p:spPr>
          <a:xfrm>
            <a:off x="3108960" y="5760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Raspa su código y la reclama</a:t>
            </a:r>
            <a:endParaRPr lang="en-US" sz="1200" dirty="0"/>
          </a:p>
        </p:txBody>
      </p:sp>
      <p:sp>
        <p:nvSpPr>
          <p:cNvPr id="10" name="marco-67"/>
          <p:cNvSpPr/>
          <p:nvPr/>
        </p:nvSpPr>
        <p:spPr>
          <a:xfrm>
            <a:off x="6089904" y="1609344"/>
            <a:ext cx="1981474" cy="4096512"/>
          </a:xfrm>
          <a:prstGeom prst="roundRect">
            <a:avLst>
              <a:gd name="adj" fmla="val 10152"/>
            </a:avLst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  <a:effectLst>
            <a:outerShdw sx="100000" sy="100000" kx="0" ky="0" algn="bl" rotWithShape="0" blurRad="152400" dist="50800" dir="5400000">
              <a:srgbClr val="2B2622">
                <a:alpha val="18000"/>
              </a:srgbClr>
            </a:outerShdw>
          </a:effectLst>
        </p:spPr>
      </p:sp>
      <p:pic>
        <p:nvPicPr>
          <p:cNvPr id="11" name="pantalla-68" descr="artis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1816882" cy="3931920"/>
          </a:xfrm>
          <a:prstGeom prst="rect">
            <a:avLst/>
          </a:prstGeom>
        </p:spPr>
      </p:pic>
      <p:sp>
        <p:nvSpPr>
          <p:cNvPr id="12" name="texto-69"/>
          <p:cNvSpPr txBox="1"/>
          <p:nvPr/>
        </p:nvSpPr>
        <p:spPr>
          <a:xfrm>
            <a:off x="5852160" y="5760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 las demás obras del artista</a:t>
            </a:r>
            <a:endParaRPr lang="en-US" sz="1200" dirty="0"/>
          </a:p>
        </p:txBody>
      </p:sp>
      <p:sp>
        <p:nvSpPr>
          <p:cNvPr id="13" name="texto-70"/>
          <p:cNvSpPr txBox="1"/>
          <p:nvPr/>
        </p:nvSpPr>
        <p:spPr>
          <a:xfrm>
            <a:off x="8915400" y="192024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Del lado del comprador manda el artista: su nombre, su color, su historia. Brai solo firma abajo con el sello Registro Brai.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0936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C5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 QUE VE EL ARTISTA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Tu panel te dice quién tiene cada obra</a:t>
            </a:r>
            <a:endParaRPr lang="en-US" sz="3400" dirty="0"/>
          </a:p>
        </p:txBody>
      </p:sp>
      <p:sp>
        <p:nvSpPr>
          <p:cNvPr id="4" name="marco-71"/>
          <p:cNvSpPr/>
          <p:nvPr/>
        </p:nvSpPr>
        <p:spPr>
          <a:xfrm>
            <a:off x="740664" y="1609344"/>
            <a:ext cx="2171613" cy="4507992"/>
          </a:xfrm>
          <a:prstGeom prst="roundRect">
            <a:avLst>
              <a:gd name="adj" fmla="val 9264"/>
            </a:avLst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  <a:effectLst>
            <a:outerShdw sx="100000" sy="100000" kx="0" ky="0" algn="bl" rotWithShape="0" blurRad="152400" dist="50800" dir="5400000">
              <a:srgbClr val="2B2622">
                <a:alpha val="18000"/>
              </a:srgbClr>
            </a:outerShdw>
          </a:effectLst>
        </p:spPr>
      </p:sp>
      <p:pic>
        <p:nvPicPr>
          <p:cNvPr id="5" name="pantalla-72" descr="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2007021" cy="4343400"/>
          </a:xfrm>
          <a:prstGeom prst="rect">
            <a:avLst/>
          </a:prstGeom>
        </p:spPr>
      </p:pic>
      <p:pic>
        <p:nvPicPr>
          <p:cNvPr id="6" name="imagen-73" descr="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91640"/>
            <a:ext cx="5120640" cy="3200400"/>
          </a:xfrm>
          <a:prstGeom prst="rect">
            <a:avLst/>
          </a:prstGeom>
        </p:spPr>
      </p:pic>
      <p:sp>
        <p:nvSpPr>
          <p:cNvPr id="7" name="texto-74"/>
          <p:cNvSpPr txBox="1"/>
          <p:nvPr/>
        </p:nvSpPr>
        <p:spPr>
          <a:xfrm>
            <a:off x="9098280" y="182880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Quién tiene tu obra, con su correo.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Avisar a tus coleccionistas de tu obra nueva.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Registrar una obra con foto.</a:t>
            </a:r>
            <a:endParaRPr lang="en-US" sz="1500" dirty="0"/>
          </a:p>
        </p:txBody>
      </p:sp>
      <p:sp>
        <p:nvSpPr>
          <p:cNvPr id="8" name="texto-75"/>
          <p:cNvSpPr txBox="1"/>
          <p:nvPr/>
        </p:nvSpPr>
        <p:spPr>
          <a:xfrm>
            <a:off x="3657600" y="5120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 la demo, si alguien reclama una obra, su correo aparece aquí al momento.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0936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C5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 LA REUNIÓN CON UN ARTISTA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Brai en 5 minutos, con su nombre</a:t>
            </a:r>
            <a:endParaRPr lang="en-US" sz="3400" dirty="0"/>
          </a:p>
        </p:txBody>
      </p:sp>
      <p:sp>
        <p:nvSpPr>
          <p:cNvPr id="4" name="marco-76"/>
          <p:cNvSpPr/>
          <p:nvPr/>
        </p:nvSpPr>
        <p:spPr>
          <a:xfrm>
            <a:off x="740664" y="1609344"/>
            <a:ext cx="2171613" cy="4507992"/>
          </a:xfrm>
          <a:prstGeom prst="roundRect">
            <a:avLst>
              <a:gd name="adj" fmla="val 9264"/>
            </a:avLst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  <a:effectLst>
            <a:outerShdw sx="100000" sy="100000" kx="0" ky="0" algn="bl" rotWithShape="0" blurRad="152400" dist="50800" dir="5400000">
              <a:srgbClr val="2B2622">
                <a:alpha val="18000"/>
              </a:srgbClr>
            </a:outerShdw>
          </a:effectLst>
        </p:spPr>
      </p:sp>
      <p:pic>
        <p:nvPicPr>
          <p:cNvPr id="5" name="pantalla-77" descr="recorr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2007021" cy="4343400"/>
          </a:xfrm>
          <a:prstGeom prst="rect">
            <a:avLst/>
          </a:prstGeom>
        </p:spPr>
      </p:pic>
      <p:sp>
        <p:nvSpPr>
          <p:cNvPr id="6" name="numero-78"/>
          <p:cNvSpPr/>
          <p:nvPr/>
        </p:nvSpPr>
        <p:spPr>
          <a:xfrm>
            <a:off x="3657600" y="1783080"/>
            <a:ext cx="420624" cy="420624"/>
          </a:xfrm>
          <a:prstGeom prst="ellipse">
            <a:avLst/>
          </a:prstGeom>
          <a:solidFill>
            <a:srgbClr val="A2563D"/>
          </a:solidFill>
          <a:ln w="12700">
            <a:solidFill>
              <a:srgbClr val="A2563D"/>
            </a:solidFill>
            <a:prstDash val="solid"/>
          </a:ln>
        </p:spPr>
      </p:sp>
      <p:sp>
        <p:nvSpPr>
          <p:cNvPr id="7" name="texto-79"/>
          <p:cNvSpPr txBox="1"/>
          <p:nvPr/>
        </p:nvSpPr>
        <p:spPr>
          <a:xfrm>
            <a:off x="365760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o-80"/>
          <p:cNvSpPr txBox="1"/>
          <p:nvPr/>
        </p:nvSpPr>
        <p:spPr>
          <a:xfrm>
            <a:off x="4251960" y="178308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Tu obra lleva un sello</a:t>
            </a:r>
            <a:endParaRPr lang="en-US" sz="1700" dirty="0"/>
          </a:p>
        </p:txBody>
      </p:sp>
      <p:sp>
        <p:nvSpPr>
          <p:cNvPr id="9" name="numero-81"/>
          <p:cNvSpPr/>
          <p:nvPr/>
        </p:nvSpPr>
        <p:spPr>
          <a:xfrm>
            <a:off x="3657600" y="2441448"/>
            <a:ext cx="420624" cy="420624"/>
          </a:xfrm>
          <a:prstGeom prst="ellipse">
            <a:avLst/>
          </a:prstGeom>
          <a:solidFill>
            <a:srgbClr val="A2563D"/>
          </a:solidFill>
          <a:ln w="12700">
            <a:solidFill>
              <a:srgbClr val="A2563D"/>
            </a:solidFill>
            <a:prstDash val="solid"/>
          </a:ln>
        </p:spPr>
      </p:sp>
      <p:sp>
        <p:nvSpPr>
          <p:cNvPr id="10" name="texto-82"/>
          <p:cNvSpPr txBox="1"/>
          <p:nvPr/>
        </p:nvSpPr>
        <p:spPr>
          <a:xfrm>
            <a:off x="3657600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o-83"/>
          <p:cNvSpPr txBox="1"/>
          <p:nvPr/>
        </p:nvSpPr>
        <p:spPr>
          <a:xfrm>
            <a:off x="4251960" y="244144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Tu comprador la pone a su nombre</a:t>
            </a:r>
            <a:endParaRPr lang="en-US" sz="1700" dirty="0"/>
          </a:p>
        </p:txBody>
      </p:sp>
      <p:sp>
        <p:nvSpPr>
          <p:cNvPr id="12" name="numero-84"/>
          <p:cNvSpPr/>
          <p:nvPr/>
        </p:nvSpPr>
        <p:spPr>
          <a:xfrm>
            <a:off x="3657600" y="3099816"/>
            <a:ext cx="420624" cy="420624"/>
          </a:xfrm>
          <a:prstGeom prst="ellipse">
            <a:avLst/>
          </a:prstGeom>
          <a:solidFill>
            <a:srgbClr val="A2563D"/>
          </a:solidFill>
          <a:ln w="12700">
            <a:solidFill>
              <a:srgbClr val="A2563D"/>
            </a:solidFill>
            <a:prstDash val="solid"/>
          </a:ln>
        </p:spPr>
      </p:sp>
      <p:sp>
        <p:nvSpPr>
          <p:cNvPr id="13" name="texto-85"/>
          <p:cNvSpPr txBox="1"/>
          <p:nvPr/>
        </p:nvSpPr>
        <p:spPr>
          <a:xfrm>
            <a:off x="3657600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o-86"/>
          <p:cNvSpPr txBox="1"/>
          <p:nvPr/>
        </p:nvSpPr>
        <p:spPr>
          <a:xfrm>
            <a:off x="4251960" y="30998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Tú sabes quién la tiene</a:t>
            </a:r>
            <a:endParaRPr lang="en-US" sz="1700" dirty="0"/>
          </a:p>
        </p:txBody>
      </p:sp>
      <p:sp>
        <p:nvSpPr>
          <p:cNvPr id="15" name="numero-87"/>
          <p:cNvSpPr/>
          <p:nvPr/>
        </p:nvSpPr>
        <p:spPr>
          <a:xfrm>
            <a:off x="3657600" y="3758184"/>
            <a:ext cx="420624" cy="420624"/>
          </a:xfrm>
          <a:prstGeom prst="ellipse">
            <a:avLst/>
          </a:prstGeom>
          <a:solidFill>
            <a:srgbClr val="A2563D"/>
          </a:solidFill>
          <a:ln w="12700">
            <a:solidFill>
              <a:srgbClr val="A2563D"/>
            </a:solidFill>
            <a:prstDash val="solid"/>
          </a:ln>
        </p:spPr>
      </p:sp>
      <p:sp>
        <p:nvSpPr>
          <p:cNvPr id="16" name="texto-88"/>
          <p:cNvSpPr txBox="1"/>
          <p:nvPr/>
        </p:nvSpPr>
        <p:spPr>
          <a:xfrm>
            <a:off x="365760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o-89"/>
          <p:cNvSpPr txBox="1"/>
          <p:nvPr/>
        </p:nvSpPr>
        <p:spPr>
          <a:xfrm>
            <a:off x="4251960" y="375818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Cuánto cuesta, con tus números</a:t>
            </a:r>
            <a:endParaRPr lang="en-US" sz="1700" dirty="0"/>
          </a:p>
        </p:txBody>
      </p:sp>
      <p:sp>
        <p:nvSpPr>
          <p:cNvPr id="18" name="numero-90"/>
          <p:cNvSpPr/>
          <p:nvPr/>
        </p:nvSpPr>
        <p:spPr>
          <a:xfrm>
            <a:off x="3657600" y="4416552"/>
            <a:ext cx="420624" cy="420624"/>
          </a:xfrm>
          <a:prstGeom prst="ellipse">
            <a:avLst/>
          </a:prstGeom>
          <a:solidFill>
            <a:srgbClr val="A2563D"/>
          </a:solidFill>
          <a:ln w="12700">
            <a:solidFill>
              <a:srgbClr val="A2563D"/>
            </a:solidFill>
            <a:prstDash val="solid"/>
          </a:ln>
        </p:spPr>
      </p:sp>
      <p:sp>
        <p:nvSpPr>
          <p:cNvPr id="19" name="texto-91"/>
          <p:cNvSpPr txBox="1"/>
          <p:nvPr/>
        </p:nvSpPr>
        <p:spPr>
          <a:xfrm>
            <a:off x="365760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o-92"/>
          <p:cNvSpPr txBox="1"/>
          <p:nvPr/>
        </p:nvSpPr>
        <p:spPr>
          <a:xfrm>
            <a:off x="4251960" y="441655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Queremos que seas fundador</a:t>
            </a:r>
            <a:endParaRPr lang="en-US" sz="1700" dirty="0"/>
          </a:p>
        </p:txBody>
      </p:sp>
      <p:sp>
        <p:nvSpPr>
          <p:cNvPr id="21" name="texto-93"/>
          <p:cNvSpPr txBox="1"/>
          <p:nvPr/>
        </p:nvSpPr>
        <p:spPr>
          <a:xfrm>
            <a:off x="3657600" y="5257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Link: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/recorrido?para=Nombre del artista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El nombre vive solo en esa pestaña: no se publica.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0936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C5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DEMO PARA JOSÉ LUIS MALO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Sus obras reales, con su fuente</a:t>
            </a:r>
            <a:endParaRPr lang="en-US" sz="3400" dirty="0"/>
          </a:p>
        </p:txBody>
      </p:sp>
      <p:sp>
        <p:nvSpPr>
          <p:cNvPr id="4" name="marco-94"/>
          <p:cNvSpPr/>
          <p:nvPr/>
        </p:nvSpPr>
        <p:spPr>
          <a:xfrm>
            <a:off x="740664" y="1609344"/>
            <a:ext cx="2171613" cy="4507992"/>
          </a:xfrm>
          <a:prstGeom prst="roundRect">
            <a:avLst>
              <a:gd name="adj" fmla="val 9264"/>
            </a:avLst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  <a:effectLst>
            <a:outerShdw sx="100000" sy="100000" kx="0" ky="0" algn="bl" rotWithShape="0" blurRad="152400" dist="50800" dir="5400000">
              <a:srgbClr val="2B2622">
                <a:alpha val="18000"/>
              </a:srgbClr>
            </a:outerShdw>
          </a:effectLst>
        </p:spPr>
      </p:sp>
      <p:pic>
        <p:nvPicPr>
          <p:cNvPr id="5" name="pantalla-95" descr="jose-luis-ob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2007021" cy="4343400"/>
          </a:xfrm>
          <a:prstGeom prst="rect">
            <a:avLst/>
          </a:prstGeom>
        </p:spPr>
      </p:pic>
      <p:sp>
        <p:nvSpPr>
          <p:cNvPr id="6" name="marco-96"/>
          <p:cNvSpPr/>
          <p:nvPr/>
        </p:nvSpPr>
        <p:spPr>
          <a:xfrm>
            <a:off x="3163824" y="1609344"/>
            <a:ext cx="2171613" cy="4507992"/>
          </a:xfrm>
          <a:prstGeom prst="roundRect">
            <a:avLst>
              <a:gd name="adj" fmla="val 9264"/>
            </a:avLst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  <a:effectLst>
            <a:outerShdw sx="100000" sy="100000" kx="0" ky="0" algn="bl" rotWithShape="0" blurRad="152400" dist="50800" dir="5400000">
              <a:srgbClr val="2B2622">
                <a:alpha val="18000"/>
              </a:srgbClr>
            </a:outerShdw>
          </a:effectLst>
        </p:spPr>
      </p:sp>
      <p:pic>
        <p:nvPicPr>
          <p:cNvPr id="7" name="pantalla-97" descr="jose-luis-artis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91640"/>
            <a:ext cx="2007021" cy="4343400"/>
          </a:xfrm>
          <a:prstGeom prst="rect">
            <a:avLst/>
          </a:prstGeom>
        </p:spPr>
      </p:pic>
      <p:sp>
        <p:nvSpPr>
          <p:cNvPr id="8" name="texto-98"/>
          <p:cNvSpPr txBox="1"/>
          <p:nvPr/>
        </p:nvSpPr>
        <p:spPr>
          <a:xfrm>
            <a:off x="6035040" y="18288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Títulos, técnica y medidas de fuentes públicas. Lo que no tiene fuente dice "Por confirmar".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Ningún dueño inventado sobre una obra real.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Fotos pendientes: solo con su permiso.</a:t>
            </a:r>
            <a:endParaRPr lang="en-US" sz="1600" dirty="0"/>
          </a:p>
        </p:txBody>
      </p:sp>
      <p:sp>
        <p:nvSpPr>
          <p:cNvPr id="9" name="texto-99"/>
          <p:cNvSpPr txBox="1"/>
          <p:nvPr/>
        </p:nvSpPr>
        <p:spPr>
          <a:xfrm>
            <a:off x="6035040" y="48463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Link: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braiart.vercel.app/jose-luis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0936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C5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 COMPARTIR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Lo que se ve en WhatsApp y en redes</a:t>
            </a:r>
            <a:endParaRPr lang="en-US" sz="3400" dirty="0"/>
          </a:p>
        </p:txBody>
      </p:sp>
      <p:pic>
        <p:nvPicPr>
          <p:cNvPr id="4" name="imagen-100" descr="imagen-para-compart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7652"/>
            <a:ext cx="6949440" cy="3648456"/>
          </a:xfrm>
          <a:prstGeom prst="rect">
            <a:avLst/>
          </a:prstGeom>
        </p:spPr>
      </p:pic>
      <p:sp>
        <p:nvSpPr>
          <p:cNvPr id="5" name="texto-101"/>
          <p:cNvSpPr txBox="1"/>
          <p:nvPr/>
        </p:nvSpPr>
        <p:spPr>
          <a:xfrm>
            <a:off x="548640" y="55732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Imagen al pegar el link (1200 × 630)</a:t>
            </a:r>
            <a:endParaRPr lang="en-US" sz="1200" dirty="0"/>
          </a:p>
        </p:txBody>
      </p:sp>
      <p:sp>
        <p:nvSpPr>
          <p:cNvPr id="6" name="marco-102"/>
          <p:cNvSpPr/>
          <p:nvPr/>
        </p:nvSpPr>
        <p:spPr>
          <a:xfrm>
            <a:off x="8513064" y="1609344"/>
            <a:ext cx="2530602" cy="4370832"/>
          </a:xfrm>
          <a:prstGeom prst="roundRect">
            <a:avLst>
              <a:gd name="adj" fmla="val 7949"/>
            </a:avLst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  <a:effectLst>
            <a:outerShdw sx="100000" sy="100000" kx="0" ky="0" algn="bl" rotWithShape="0" blurRad="152400" dist="50800" dir="5400000">
              <a:srgbClr val="2B2622">
                <a:alpha val="18000"/>
              </a:srgbClr>
            </a:outerShdw>
          </a:effectLst>
        </p:spPr>
      </p:sp>
      <p:pic>
        <p:nvPicPr>
          <p:cNvPr id="7" name="pantalla-103" descr="escena-sello-cuad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691640"/>
            <a:ext cx="2366010" cy="4206240"/>
          </a:xfrm>
          <a:prstGeom prst="rect">
            <a:avLst/>
          </a:prstGeom>
        </p:spPr>
      </p:pic>
      <p:sp>
        <p:nvSpPr>
          <p:cNvPr id="8" name="texto-104"/>
          <p:cNvSpPr txBox="1"/>
          <p:nvPr/>
        </p:nvSpPr>
        <p:spPr>
          <a:xfrm>
            <a:off x="7955280" y="5989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Clip vertical de 10 s para el infomercial o un Reel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0936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C5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229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Todo vive en el mismo link de Vercel</a:t>
            </a:r>
            <a:endParaRPr lang="en-US" sz="4000" dirty="0"/>
          </a:p>
        </p:txBody>
      </p:sp>
      <p:sp>
        <p:nvSpPr>
          <p:cNvPr id="3" name="texto-105"/>
          <p:cNvSpPr txBox="1"/>
          <p:nvPr/>
        </p:nvSpPr>
        <p:spPr>
          <a:xfrm>
            <a:off x="731520" y="2377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o-106"/>
          <p:cNvSpPr txBox="1"/>
          <p:nvPr/>
        </p:nvSpPr>
        <p:spPr>
          <a:xfrm>
            <a:off x="4846320" y="2377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Landing</a:t>
            </a:r>
            <a:endParaRPr lang="en-US" sz="1600" dirty="0"/>
          </a:p>
        </p:txBody>
      </p:sp>
      <p:sp>
        <p:nvSpPr>
          <p:cNvPr id="5" name="texto-107"/>
          <p:cNvSpPr txBox="1"/>
          <p:nvPr/>
        </p:nvSpPr>
        <p:spPr>
          <a:xfrm>
            <a:off x="731520" y="2926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/o/7KQ2X</a:t>
            </a:r>
            <a:endParaRPr lang="en-US" sz="1600" dirty="0"/>
          </a:p>
        </p:txBody>
      </p:sp>
      <p:sp>
        <p:nvSpPr>
          <p:cNvPr id="6" name="texto-108"/>
          <p:cNvSpPr txBox="1"/>
          <p:nvPr/>
        </p:nvSpPr>
        <p:spPr>
          <a:xfrm>
            <a:off x="4846320" y="2926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Página de una obra (código de dueño 4K7P-9QX2)</a:t>
            </a:r>
            <a:endParaRPr lang="en-US" sz="1600" dirty="0"/>
          </a:p>
        </p:txBody>
      </p:sp>
      <p:sp>
        <p:nvSpPr>
          <p:cNvPr id="7" name="texto-109"/>
          <p:cNvSpPr txBox="1"/>
          <p:nvPr/>
        </p:nvSpPr>
        <p:spPr>
          <a:xfrm>
            <a:off x="731520" y="3474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/panel</a:t>
            </a:r>
            <a:endParaRPr lang="en-US" sz="1600" dirty="0"/>
          </a:p>
        </p:txBody>
      </p:sp>
      <p:sp>
        <p:nvSpPr>
          <p:cNvPr id="8" name="texto-110"/>
          <p:cNvSpPr txBox="1"/>
          <p:nvPr/>
        </p:nvSpPr>
        <p:spPr>
          <a:xfrm>
            <a:off x="4846320" y="3474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Panel del artista</a:t>
            </a:r>
            <a:endParaRPr lang="en-US" sz="1600" dirty="0"/>
          </a:p>
        </p:txBody>
      </p:sp>
      <p:sp>
        <p:nvSpPr>
          <p:cNvPr id="9" name="texto-111"/>
          <p:cNvSpPr txBox="1"/>
          <p:nvPr/>
        </p:nvSpPr>
        <p:spPr>
          <a:xfrm>
            <a:off x="731520" y="4023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/jose-luis</a:t>
            </a:r>
            <a:endParaRPr lang="en-US" sz="1600" dirty="0"/>
          </a:p>
        </p:txBody>
      </p:sp>
      <p:sp>
        <p:nvSpPr>
          <p:cNvPr id="10" name="texto-112"/>
          <p:cNvSpPr txBox="1"/>
          <p:nvPr/>
        </p:nvSpPr>
        <p:spPr>
          <a:xfrm>
            <a:off x="4846320" y="4023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Demo para José Luis Malo</a:t>
            </a:r>
            <a:endParaRPr lang="en-US" sz="1600" dirty="0"/>
          </a:p>
        </p:txBody>
      </p:sp>
      <p:sp>
        <p:nvSpPr>
          <p:cNvPr id="11" name="texto-113"/>
          <p:cNvSpPr txBox="1"/>
          <p:nvPr/>
        </p:nvSpPr>
        <p:spPr>
          <a:xfrm>
            <a:off x="73152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/recorrido?para=Nombre</a:t>
            </a:r>
            <a:endParaRPr lang="en-US" sz="1600" dirty="0"/>
          </a:p>
        </p:txBody>
      </p:sp>
      <p:sp>
        <p:nvSpPr>
          <p:cNvPr id="12" name="texto-114"/>
          <p:cNvSpPr txBox="1"/>
          <p:nvPr/>
        </p:nvSpPr>
        <p:spPr>
          <a:xfrm>
            <a:off x="4846320" y="4572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Recorrido de 5 minutos</a:t>
            </a:r>
            <a:endParaRPr lang="en-US" sz="1600" dirty="0"/>
          </a:p>
        </p:txBody>
      </p:sp>
      <p:sp>
        <p:nvSpPr>
          <p:cNvPr id="13" name="texto-115"/>
          <p:cNvSpPr txBox="1"/>
          <p:nvPr/>
        </p:nvSpPr>
        <p:spPr>
          <a:xfrm>
            <a:off x="731520" y="5120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/marca</a:t>
            </a:r>
            <a:endParaRPr lang="en-US" sz="1600" dirty="0"/>
          </a:p>
        </p:txBody>
      </p:sp>
      <p:sp>
        <p:nvSpPr>
          <p:cNvPr id="14" name="texto-116"/>
          <p:cNvSpPr txBox="1"/>
          <p:nvPr/>
        </p:nvSpPr>
        <p:spPr>
          <a:xfrm>
            <a:off x="4846320" y="5120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Kit de marca y Punto</a:t>
            </a:r>
            <a:endParaRPr lang="en-US" sz="1600" dirty="0"/>
          </a:p>
        </p:txBody>
      </p:sp>
      <p:sp>
        <p:nvSpPr>
          <p:cNvPr id="15" name="texto-117"/>
          <p:cNvSpPr txBox="1"/>
          <p:nvPr/>
        </p:nvSpPr>
        <p:spPr>
          <a:xfrm>
            <a:off x="731520" y="5669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/imprimir/7KQ2X</a:t>
            </a:r>
            <a:endParaRPr lang="en-US" sz="1600" dirty="0"/>
          </a:p>
        </p:txBody>
      </p:sp>
      <p:sp>
        <p:nvSpPr>
          <p:cNvPr id="16" name="texto-118"/>
          <p:cNvSpPr txBox="1"/>
          <p:nvPr/>
        </p:nvSpPr>
        <p:spPr>
          <a:xfrm>
            <a:off x="4846320" y="5669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Piezas en tamaño real</a:t>
            </a:r>
            <a:endParaRPr lang="en-US" sz="1600" dirty="0"/>
          </a:p>
        </p:txBody>
      </p:sp>
      <p:pic>
        <p:nvPicPr>
          <p:cNvPr id="17" name="imagen-119" descr="punto-fel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3627" y="4663440"/>
            <a:ext cx="1484026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rai">
  <a:themeElements>
    <a:clrScheme name="Brai">
      <a:dk1>
        <a:srgbClr val="2B2622"/>
      </a:dk1>
      <a:lt1>
        <a:srgbClr val="F6F1EA"/>
      </a:lt1>
      <a:dk2>
        <a:srgbClr val="5E6C52"/>
      </a:dk2>
      <a:lt2>
        <a:srgbClr val="E9E1D4"/>
      </a:lt2>
      <a:accent1>
        <a:srgbClr val="A2563D"/>
      </a:accent1>
      <a:accent2>
        <a:srgbClr val="C06E52"/>
      </a:accent2>
      <a:accent3>
        <a:srgbClr val="C9A24B"/>
      </a:accent3>
      <a:accent4>
        <a:srgbClr val="5E6C52"/>
      </a:accent4>
      <a:accent5>
        <a:srgbClr val="8C4932"/>
      </a:accent5>
      <a:accent6>
        <a:srgbClr val="E5DDCF"/>
      </a:accent6>
      <a:hlink>
        <a:srgbClr val="A2563D"/>
      </a:hlink>
      <a:folHlink>
        <a:srgbClr val="8C4932"/>
      </a:folHlink>
    </a:clrScheme>
    <a:fontScheme name="Brai">
      <a:majorFont>
        <a:latin typeface="Fraunce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chibsted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Brai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Brai, visuales de marca y prototipo</dc:title>
  <dc:subject>PptxGenJS Presentation</dc:subject>
  <dc:creator>Equipo Brai</dc:creator>
  <cp:lastModifiedBy>Equipo Brai</cp:lastModifiedBy>
  <cp:revision>1</cp:revision>
  <dcterms:created xsi:type="dcterms:W3CDTF">2026-10-31T18:47:33Z</dcterms:created>
  <dcterms:modified xsi:type="dcterms:W3CDTF">2026-10-31T18:47:33Z</dcterms:modified>
</cp:coreProperties>
</file>