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15d05b6b-9a36-7a6f-f3d8-bb8025b68514}">
          <p14:sldIdLst>
            <p14:sldId id="256"/>
          </p14:sldIdLst>
        </p14:section>
        <p14:section name="Marca" id="{d5ba2a84-6ee2-ba83-ce7b-8dca1938d581}">
          <p14:sldIdLst>
            <p14:sldId id="257"/>
            <p14:sldId id="258"/>
            <p14:sldId id="259"/>
            <p14:sldId id="260"/>
            <p14:sldId id="261"/>
          </p14:sldIdLst>
        </p14:section>
        <p14:section name="Prototipo" id="{2692406a-624f-77c2-b2cb-4717e24fa900}">
          <p14:sldIdLst>
            <p14:sldId id="262"/>
            <p14:sldId id="263"/>
            <p14:sldId id="264"/>
            <p14:sldId id="265"/>
            <p14:sldId id="266"/>
          </p14:sldIdLst>
        </p14:section>
        <p14:section name="Cierre" id="{c65a13cf-8edb-8c65-7e56-f98322972ca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las imágenes de esta presentación están también como PNG en la carpeta visuales/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SHARK/visuales/logos/isotipo-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6858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194560"/>
            <a:ext cx="86868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Título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48056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Subtítulo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SHARK/visuales/logos/isotipo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27648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09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Brai · visuales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ETIQUETA</a:t>
            </a: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Título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Título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219456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Cada obra sabe</a:t>
            </a:r>
            <a:endParaRPr lang="en-US" sz="5400" dirty="0"/>
          </a:p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de dónde viene</a:t>
            </a:r>
            <a:endParaRPr lang="en-US" sz="5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448056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Visuales de marca y del prototipo de Brai. 31 de octubre de 2026.</a:t>
            </a:r>
            <a:endParaRPr lang="en-US" sz="1800" dirty="0"/>
          </a:p>
        </p:txBody>
      </p:sp>
      <p:pic>
        <p:nvPicPr>
          <p:cNvPr id="4" name="punto-portada" descr="Punto, la mascota de Br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2651760"/>
            <a:ext cx="2194560" cy="23940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ISOTIPO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El enso: un trazo que casi se cierra</a:t>
            </a:r>
            <a:endParaRPr lang="en-US" sz="3400" dirty="0"/>
          </a:p>
        </p:txBody>
      </p:sp>
      <p:sp>
        <p:nvSpPr>
          <p:cNvPr id="4" name="panel-1"/>
          <p:cNvSpPr/>
          <p:nvPr/>
        </p:nvSpPr>
        <p:spPr>
          <a:xfrm>
            <a:off x="548640" y="173736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5DDCF"/>
            </a:solidFill>
            <a:prstDash val="solid"/>
          </a:ln>
        </p:spPr>
      </p:sp>
      <p:pic>
        <p:nvPicPr>
          <p:cNvPr id="5" name="imagen-2" descr="isotipo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057400"/>
            <a:ext cx="1828800" cy="1828800"/>
          </a:xfrm>
          <a:prstGeom prst="rect">
            <a:avLst/>
          </a:prstGeom>
        </p:spPr>
      </p:pic>
      <p:sp>
        <p:nvSpPr>
          <p:cNvPr id="6" name="texto-3"/>
          <p:cNvSpPr txBox="1"/>
          <p:nvPr/>
        </p:nvSpPr>
        <p:spPr>
          <a:xfrm>
            <a:off x="82296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Color</a:t>
            </a:r>
            <a:endParaRPr lang="en-US" sz="1300" dirty="0"/>
          </a:p>
        </p:txBody>
      </p:sp>
      <p:sp>
        <p:nvSpPr>
          <p:cNvPr id="7" name="panel-4"/>
          <p:cNvSpPr/>
          <p:nvPr/>
        </p:nvSpPr>
        <p:spPr>
          <a:xfrm>
            <a:off x="4297680" y="173736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2B2622"/>
          </a:solidFill>
          <a:ln w="12700">
            <a:solidFill>
              <a:srgbClr val="E5DDCF"/>
            </a:solidFill>
            <a:prstDash val="solid"/>
          </a:ln>
        </p:spPr>
      </p:sp>
      <p:pic>
        <p:nvPicPr>
          <p:cNvPr id="8" name="imagen-5" descr="isotipo-cla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57400"/>
            <a:ext cx="1828800" cy="1828800"/>
          </a:xfrm>
          <a:prstGeom prst="rect">
            <a:avLst/>
          </a:prstGeom>
        </p:spPr>
      </p:pic>
      <p:sp>
        <p:nvSpPr>
          <p:cNvPr id="9" name="texto-6"/>
          <p:cNvSpPr txBox="1"/>
          <p:nvPr/>
        </p:nvSpPr>
        <p:spPr>
          <a:xfrm>
            <a:off x="457200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Una tinta, fondo oscuro</a:t>
            </a:r>
            <a:endParaRPr lang="en-US" sz="1300" dirty="0"/>
          </a:p>
        </p:txBody>
      </p:sp>
      <p:sp>
        <p:nvSpPr>
          <p:cNvPr id="10" name="panel-7"/>
          <p:cNvSpPr/>
          <p:nvPr/>
        </p:nvSpPr>
        <p:spPr>
          <a:xfrm>
            <a:off x="8046720" y="1737360"/>
            <a:ext cx="3474720" cy="3017520"/>
          </a:xfrm>
          <a:prstGeom prst="roundRect">
            <a:avLst>
              <a:gd name="adj" fmla="val 4545"/>
            </a:avLst>
          </a:prstGeom>
          <a:solidFill>
            <a:srgbClr val="E9E1D4"/>
          </a:solidFill>
          <a:ln w="12700">
            <a:solidFill>
              <a:srgbClr val="E5DDCF"/>
            </a:solidFill>
            <a:prstDash val="solid"/>
          </a:ln>
        </p:spPr>
      </p:sp>
      <p:pic>
        <p:nvPicPr>
          <p:cNvPr id="11" name="imagen-8" descr="isotipo-ti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2057400"/>
            <a:ext cx="1828800" cy="182880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832104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Una tinta, impresión barata</a:t>
            </a:r>
            <a:endParaRPr lang="en-US" sz="1300" dirty="0"/>
          </a:p>
        </p:txBody>
      </p:sp>
      <p:sp>
        <p:nvSpPr>
          <p:cNvPr id="13" name="texto-10"/>
          <p:cNvSpPr txBox="1"/>
          <p:nvPr/>
        </p:nvSpPr>
        <p:spPr>
          <a:xfrm>
            <a:off x="548640" y="5074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hueco va siempre a las 2 en punto. El punto dorado lo cierra: es el último gesto, el que verifica. Mínimo 8 mm.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COLOR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Seis colores, un solo acento</a:t>
            </a:r>
            <a:endParaRPr lang="en-US" sz="3400" dirty="0"/>
          </a:p>
        </p:txBody>
      </p:sp>
      <p:sp>
        <p:nvSpPr>
          <p:cNvPr id="4" name="color-11"/>
          <p:cNvSpPr/>
          <p:nvPr/>
        </p:nvSpPr>
        <p:spPr>
          <a:xfrm>
            <a:off x="548640" y="1737360"/>
            <a:ext cx="3474720" cy="1920240"/>
          </a:xfrm>
          <a:prstGeom prst="roundRect">
            <a:avLst>
              <a:gd name="adj" fmla="val 7143"/>
            </a:avLst>
          </a:prstGeom>
          <a:solidFill>
            <a:srgbClr val="C06E52"/>
          </a:solidFill>
          <a:ln w="12700">
            <a:solidFill>
              <a:srgbClr val="C06E52"/>
            </a:solidFill>
            <a:prstDash val="solid"/>
          </a:ln>
        </p:spPr>
      </p:sp>
      <p:sp>
        <p:nvSpPr>
          <p:cNvPr id="5" name="texto-12"/>
          <p:cNvSpPr txBox="1"/>
          <p:nvPr/>
        </p:nvSpPr>
        <p:spPr>
          <a:xfrm>
            <a:off x="822960" y="1965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622"/>
                </a:solidFill>
              </a:rPr>
              <a:t>Terracota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B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#C06E52</a:t>
            </a:r>
            <a:endParaRPr lang="en-US" sz="15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622"/>
                </a:solidFill>
              </a:rPr>
              <a:t>Logo y superficies grandes</a:t>
            </a:r>
            <a:endParaRPr lang="en-US" sz="1300" dirty="0"/>
          </a:p>
        </p:txBody>
      </p:sp>
      <p:sp>
        <p:nvSpPr>
          <p:cNvPr id="7" name="color-14"/>
          <p:cNvSpPr/>
          <p:nvPr/>
        </p:nvSpPr>
        <p:spPr>
          <a:xfrm>
            <a:off x="4297680" y="1737360"/>
            <a:ext cx="3474720" cy="1920240"/>
          </a:xfrm>
          <a:prstGeom prst="roundRect">
            <a:avLst>
              <a:gd name="adj" fmla="val 7143"/>
            </a:avLst>
          </a:prstGeom>
          <a:solidFill>
            <a:srgbClr val="A2563D"/>
          </a:solidFill>
          <a:ln w="12700">
            <a:solidFill>
              <a:srgbClr val="A2563D"/>
            </a:solidFill>
            <a:prstDash val="solid"/>
          </a:ln>
        </p:spPr>
      </p:sp>
      <p:sp>
        <p:nvSpPr>
          <p:cNvPr id="8" name="texto-15"/>
          <p:cNvSpPr txBox="1"/>
          <p:nvPr/>
        </p:nvSpPr>
        <p:spPr>
          <a:xfrm>
            <a:off x="4572000" y="1965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6F1EA"/>
                </a:solidFill>
              </a:rPr>
              <a:t>Terracota botón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6F1E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#A2563D</a:t>
            </a:r>
            <a:endParaRPr lang="en-US" sz="1500" dirty="0"/>
          </a:p>
        </p:txBody>
      </p:sp>
      <p:sp>
        <p:nvSpPr>
          <p:cNvPr id="9" name="texto-16"/>
          <p:cNvSpPr txBox="1"/>
          <p:nvPr/>
        </p:nvSpPr>
        <p:spPr>
          <a:xfrm>
            <a:off x="457200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A"/>
                </a:solidFill>
              </a:rPr>
              <a:t>Botones, links, texto chico</a:t>
            </a:r>
            <a:endParaRPr lang="en-US" sz="1300" dirty="0"/>
          </a:p>
        </p:txBody>
      </p:sp>
      <p:sp>
        <p:nvSpPr>
          <p:cNvPr id="10" name="color-17"/>
          <p:cNvSpPr/>
          <p:nvPr/>
        </p:nvSpPr>
        <p:spPr>
          <a:xfrm>
            <a:off x="8046720" y="1737360"/>
            <a:ext cx="3474720" cy="1920240"/>
          </a:xfrm>
          <a:prstGeom prst="roundRect">
            <a:avLst>
              <a:gd name="adj" fmla="val 7143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</p:spPr>
      </p:sp>
      <p:sp>
        <p:nvSpPr>
          <p:cNvPr id="11" name="texto-18"/>
          <p:cNvSpPr txBox="1"/>
          <p:nvPr/>
        </p:nvSpPr>
        <p:spPr>
          <a:xfrm>
            <a:off x="8321040" y="1965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6F1EA"/>
                </a:solidFill>
              </a:rPr>
              <a:t>Tinta carbón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6F1E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#2B2622</a:t>
            </a:r>
            <a:endParaRPr lang="en-US" sz="1500" dirty="0"/>
          </a:p>
        </p:txBody>
      </p:sp>
      <p:sp>
        <p:nvSpPr>
          <p:cNvPr id="12" name="texto-19"/>
          <p:cNvSpPr txBox="1"/>
          <p:nvPr/>
        </p:nvSpPr>
        <p:spPr>
          <a:xfrm>
            <a:off x="8321040" y="29718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A"/>
                </a:solidFill>
              </a:rPr>
              <a:t>Texto y fondos oscuros</a:t>
            </a:r>
            <a:endParaRPr lang="en-US" sz="1300" dirty="0"/>
          </a:p>
        </p:txBody>
      </p:sp>
      <p:sp>
        <p:nvSpPr>
          <p:cNvPr id="13" name="color-20"/>
          <p:cNvSpPr/>
          <p:nvPr/>
        </p:nvSpPr>
        <p:spPr>
          <a:xfrm>
            <a:off x="548640" y="3886200"/>
            <a:ext cx="3474720" cy="1920240"/>
          </a:xfrm>
          <a:prstGeom prst="roundRect">
            <a:avLst>
              <a:gd name="adj" fmla="val 7143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o-21"/>
          <p:cNvSpPr txBox="1"/>
          <p:nvPr/>
        </p:nvSpPr>
        <p:spPr>
          <a:xfrm>
            <a:off x="822960" y="4114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622"/>
                </a:solidFill>
              </a:rPr>
              <a:t>Dorado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B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#C9A24B</a:t>
            </a:r>
            <a:endParaRPr lang="en-US" sz="1500" dirty="0"/>
          </a:p>
        </p:txBody>
      </p:sp>
      <p:sp>
        <p:nvSpPr>
          <p:cNvPr id="15" name="texto-22"/>
          <p:cNvSpPr txBox="1"/>
          <p:nvPr/>
        </p:nvSpPr>
        <p:spPr>
          <a:xfrm>
            <a:off x="82296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622"/>
                </a:solidFill>
              </a:rPr>
              <a:t>Solo "obra registrada", nunca texto</a:t>
            </a:r>
            <a:endParaRPr lang="en-US" sz="1300" dirty="0"/>
          </a:p>
        </p:txBody>
      </p:sp>
      <p:sp>
        <p:nvSpPr>
          <p:cNvPr id="16" name="color-23"/>
          <p:cNvSpPr/>
          <p:nvPr/>
        </p:nvSpPr>
        <p:spPr>
          <a:xfrm>
            <a:off x="4297680" y="3886200"/>
            <a:ext cx="3474720" cy="1920240"/>
          </a:xfrm>
          <a:prstGeom prst="roundRect">
            <a:avLst>
              <a:gd name="adj" fmla="val 7143"/>
            </a:avLst>
          </a:prstGeom>
          <a:solidFill>
            <a:srgbClr val="F6F1EA"/>
          </a:solidFill>
          <a:ln w="12700">
            <a:solidFill>
              <a:srgbClr val="E5DDCF"/>
            </a:solidFill>
            <a:prstDash val="solid"/>
          </a:ln>
        </p:spPr>
      </p:sp>
      <p:sp>
        <p:nvSpPr>
          <p:cNvPr id="17" name="texto-24"/>
          <p:cNvSpPr txBox="1"/>
          <p:nvPr/>
        </p:nvSpPr>
        <p:spPr>
          <a:xfrm>
            <a:off x="4572000" y="4114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622"/>
                </a:solidFill>
              </a:rPr>
              <a:t>Lienzo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2B262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#F6F1EA</a:t>
            </a:r>
            <a:endParaRPr lang="en-US" sz="1500" dirty="0"/>
          </a:p>
        </p:txBody>
      </p:sp>
      <p:sp>
        <p:nvSpPr>
          <p:cNvPr id="18" name="texto-25"/>
          <p:cNvSpPr txBox="1"/>
          <p:nvPr/>
        </p:nvSpPr>
        <p:spPr>
          <a:xfrm>
            <a:off x="457200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622"/>
                </a:solidFill>
              </a:rPr>
              <a:t>Fondos</a:t>
            </a:r>
            <a:endParaRPr lang="en-US" sz="1300" dirty="0"/>
          </a:p>
        </p:txBody>
      </p:sp>
      <p:sp>
        <p:nvSpPr>
          <p:cNvPr id="19" name="color-26"/>
          <p:cNvSpPr/>
          <p:nvPr/>
        </p:nvSpPr>
        <p:spPr>
          <a:xfrm>
            <a:off x="8046720" y="3886200"/>
            <a:ext cx="3474720" cy="1920240"/>
          </a:xfrm>
          <a:prstGeom prst="roundRect">
            <a:avLst>
              <a:gd name="adj" fmla="val 7143"/>
            </a:avLst>
          </a:prstGeom>
          <a:solidFill>
            <a:srgbClr val="5E6C52"/>
          </a:solidFill>
          <a:ln w="12700">
            <a:solidFill>
              <a:srgbClr val="5E6C52"/>
            </a:solidFill>
            <a:prstDash val="solid"/>
          </a:ln>
        </p:spPr>
      </p:sp>
      <p:sp>
        <p:nvSpPr>
          <p:cNvPr id="20" name="texto-27"/>
          <p:cNvSpPr txBox="1"/>
          <p:nvPr/>
        </p:nvSpPr>
        <p:spPr>
          <a:xfrm>
            <a:off x="8321040" y="4114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6F1EA"/>
                </a:solidFill>
              </a:rPr>
              <a:t>Verde sabio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6F1E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#5E6C52</a:t>
            </a:r>
            <a:endParaRPr lang="en-US" sz="1500" dirty="0"/>
          </a:p>
        </p:txBody>
      </p:sp>
      <p:sp>
        <p:nvSpPr>
          <p:cNvPr id="21" name="texto-28"/>
          <p:cNvSpPr txBox="1"/>
          <p:nvPr/>
        </p:nvSpPr>
        <p:spPr>
          <a:xfrm>
            <a:off x="83210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1EA"/>
                </a:solidFill>
              </a:rPr>
              <a:t>Texto secundario y etiquetas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TIPOGRAFÍA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Tres voces</a:t>
            </a:r>
            <a:endParaRPr lang="en-US" sz="3400" dirty="0"/>
          </a:p>
        </p:txBody>
      </p:sp>
      <p:sp>
        <p:nvSpPr>
          <p:cNvPr id="4" name="linea-29"/>
          <p:cNvSpPr/>
          <p:nvPr/>
        </p:nvSpPr>
        <p:spPr>
          <a:xfrm>
            <a:off x="548640" y="1783080"/>
            <a:ext cx="11064240" cy="0"/>
          </a:xfrm>
          <a:prstGeom prst="line">
            <a:avLst/>
          </a:prstGeom>
          <a:noFill/>
          <a:ln w="12700">
            <a:solidFill>
              <a:srgbClr val="E5DDCF"/>
            </a:solidFill>
            <a:prstDash val="solid"/>
          </a:ln>
        </p:spPr>
      </p:sp>
      <p:sp>
        <p:nvSpPr>
          <p:cNvPr id="5" name="texto-30"/>
          <p:cNvSpPr txBox="1"/>
          <p:nvPr/>
        </p:nvSpPr>
        <p:spPr>
          <a:xfrm>
            <a:off x="54864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GALERÍA · FRAUNCES</a:t>
            </a:r>
            <a:endParaRPr lang="en-US" sz="1100" dirty="0"/>
          </a:p>
        </p:txBody>
      </p:sp>
      <p:sp>
        <p:nvSpPr>
          <p:cNvPr id="6" name="texto-31"/>
          <p:cNvSpPr txBox="1"/>
          <p:nvPr/>
        </p:nvSpPr>
        <p:spPr>
          <a:xfrm>
            <a:off x="548640" y="2331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Títulos y nombres de obra</a:t>
            </a:r>
            <a:endParaRPr lang="en-US" sz="1300" dirty="0"/>
          </a:p>
        </p:txBody>
      </p:sp>
      <p:sp>
        <p:nvSpPr>
          <p:cNvPr id="7" name="texto-32"/>
          <p:cNvSpPr txBox="1"/>
          <p:nvPr/>
        </p:nvSpPr>
        <p:spPr>
          <a:xfrm>
            <a:off x="3840480" y="196596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Obras con historia</a:t>
            </a:r>
            <a:endParaRPr lang="en-US" sz="4000" dirty="0"/>
          </a:p>
        </p:txBody>
      </p:sp>
      <p:sp>
        <p:nvSpPr>
          <p:cNvPr id="8" name="linea-33"/>
          <p:cNvSpPr/>
          <p:nvPr/>
        </p:nvSpPr>
        <p:spPr>
          <a:xfrm>
            <a:off x="548640" y="3200400"/>
            <a:ext cx="11064240" cy="0"/>
          </a:xfrm>
          <a:prstGeom prst="line">
            <a:avLst/>
          </a:prstGeom>
          <a:noFill/>
          <a:ln w="12700">
            <a:solidFill>
              <a:srgbClr val="E5DDCF"/>
            </a:solidFill>
            <a:prstDash val="solid"/>
          </a:ln>
        </p:spPr>
      </p:sp>
      <p:sp>
        <p:nvSpPr>
          <p:cNvPr id="9" name="texto-34"/>
          <p:cNvSpPr txBox="1"/>
          <p:nvPr/>
        </p:nvSpPr>
        <p:spPr>
          <a:xfrm>
            <a:off x="548640" y="3429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 · SCHIBSTED GROTESK</a:t>
            </a:r>
            <a:endParaRPr lang="en-US" sz="1100" dirty="0"/>
          </a:p>
        </p:txBody>
      </p:sp>
      <p:sp>
        <p:nvSpPr>
          <p:cNvPr id="10" name="texto-35"/>
          <p:cNvSpPr txBox="1"/>
          <p:nvPr/>
        </p:nvSpPr>
        <p:spPr>
          <a:xfrm>
            <a:off x="54864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Texto e interfaz</a:t>
            </a:r>
            <a:endParaRPr lang="en-US" sz="1300" dirty="0"/>
          </a:p>
        </p:txBody>
      </p:sp>
      <p:sp>
        <p:nvSpPr>
          <p:cNvPr id="11" name="texto-36"/>
          <p:cNvSpPr txBox="1"/>
          <p:nvPr/>
        </p:nvSpPr>
        <p:spPr>
          <a:xfrm>
            <a:off x="3840480" y="338328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Cada obra lleva su historia, su artista y su dueño.</a:t>
            </a:r>
            <a:endParaRPr lang="en-US" sz="2200" dirty="0"/>
          </a:p>
        </p:txBody>
      </p:sp>
      <p:sp>
        <p:nvSpPr>
          <p:cNvPr id="12" name="linea-37"/>
          <p:cNvSpPr/>
          <p:nvPr/>
        </p:nvSpPr>
        <p:spPr>
          <a:xfrm>
            <a:off x="548640" y="4617720"/>
            <a:ext cx="11064240" cy="0"/>
          </a:xfrm>
          <a:prstGeom prst="line">
            <a:avLst/>
          </a:prstGeom>
          <a:noFill/>
          <a:ln w="12700">
            <a:solidFill>
              <a:srgbClr val="E5DDCF"/>
            </a:solidFill>
            <a:prstDash val="solid"/>
          </a:ln>
        </p:spPr>
      </p:sp>
      <p:sp>
        <p:nvSpPr>
          <p:cNvPr id="13" name="texto-38"/>
          <p:cNvSpPr txBox="1"/>
          <p:nvPr/>
        </p:nvSpPr>
        <p:spPr>
          <a:xfrm>
            <a:off x="548640" y="4846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REGISTRO · IBM PLEX MONO</a:t>
            </a:r>
            <a:endParaRPr lang="en-US" sz="1100" dirty="0"/>
          </a:p>
        </p:txBody>
      </p:sp>
      <p:sp>
        <p:nvSpPr>
          <p:cNvPr id="14" name="texto-39"/>
          <p:cNvSpPr txBox="1"/>
          <p:nvPr/>
        </p:nvSpPr>
        <p:spPr>
          <a:xfrm>
            <a:off x="548640" y="5166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Registro, fechas, ficha y códigos</a:t>
            </a:r>
            <a:endParaRPr lang="en-US" sz="1300" dirty="0"/>
          </a:p>
        </p:txBody>
      </p:sp>
      <p:sp>
        <p:nvSpPr>
          <p:cNvPr id="15" name="texto-40"/>
          <p:cNvSpPr txBox="1"/>
          <p:nvPr/>
        </p:nvSpPr>
        <p:spPr>
          <a:xfrm>
            <a:off x="3840480" y="480060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BRAI-0007 · Óleo sobre tela · 60 × 80 cm · 2026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MASCOTA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Punto, el sello que todo lo recuerda</a:t>
            </a:r>
            <a:endParaRPr lang="en-US" sz="3400" dirty="0"/>
          </a:p>
        </p:txBody>
      </p:sp>
      <p:pic>
        <p:nvPicPr>
          <p:cNvPr id="4" name="imagen-41" descr="punto-tranqui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590" y="1691640"/>
            <a:ext cx="1927860" cy="2103120"/>
          </a:xfrm>
          <a:prstGeom prst="rect">
            <a:avLst/>
          </a:prstGeom>
        </p:spPr>
      </p:pic>
      <p:sp>
        <p:nvSpPr>
          <p:cNvPr id="5" name="texto-42"/>
          <p:cNvSpPr txBox="1"/>
          <p:nvPr/>
        </p:nvSpPr>
        <p:spPr>
          <a:xfrm>
            <a:off x="548640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Tranquilo</a:t>
            </a:r>
            <a:endParaRPr lang="en-US" sz="1700" dirty="0"/>
          </a:p>
        </p:txBody>
      </p:sp>
      <p:sp>
        <p:nvSpPr>
          <p:cNvPr id="6" name="texto-43"/>
          <p:cNvSpPr txBox="1"/>
          <p:nvPr/>
        </p:nvSpPr>
        <p:spPr>
          <a:xfrm>
            <a:off x="548640" y="43159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Parpadea y te sigue con los ojos</a:t>
            </a:r>
            <a:endParaRPr lang="en-US" sz="1300" dirty="0"/>
          </a:p>
        </p:txBody>
      </p:sp>
      <p:pic>
        <p:nvPicPr>
          <p:cNvPr id="7" name="imagen-44" descr="punto-toq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230" y="1691640"/>
            <a:ext cx="1927860" cy="2103120"/>
          </a:xfrm>
          <a:prstGeom prst="rect">
            <a:avLst/>
          </a:prstGeom>
        </p:spPr>
      </p:pic>
      <p:sp>
        <p:nvSpPr>
          <p:cNvPr id="8" name="texto-45"/>
          <p:cNvSpPr txBox="1"/>
          <p:nvPr/>
        </p:nvSpPr>
        <p:spPr>
          <a:xfrm>
            <a:off x="3383280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Toque</a:t>
            </a:r>
            <a:endParaRPr lang="en-US" sz="1700" dirty="0"/>
          </a:p>
        </p:txBody>
      </p:sp>
      <p:sp>
        <p:nvSpPr>
          <p:cNvPr id="9" name="texto-46"/>
          <p:cNvSpPr txBox="1"/>
          <p:nvPr/>
        </p:nvSpPr>
        <p:spPr>
          <a:xfrm>
            <a:off x="3383280" y="43159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Al tocarlo salen las ondas del NFC</a:t>
            </a:r>
            <a:endParaRPr lang="en-US" sz="1300" dirty="0"/>
          </a:p>
        </p:txBody>
      </p:sp>
      <p:pic>
        <p:nvPicPr>
          <p:cNvPr id="10" name="imagen-47" descr="punto-feli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9870" y="1691640"/>
            <a:ext cx="1927860" cy="2103120"/>
          </a:xfrm>
          <a:prstGeom prst="rect">
            <a:avLst/>
          </a:prstGeom>
        </p:spPr>
      </p:pic>
      <p:sp>
        <p:nvSpPr>
          <p:cNvPr id="11" name="texto-48"/>
          <p:cNvSpPr txBox="1"/>
          <p:nvPr/>
        </p:nvSpPr>
        <p:spPr>
          <a:xfrm>
            <a:off x="6217920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Feliz</a:t>
            </a:r>
            <a:endParaRPr lang="en-US" sz="1700" dirty="0"/>
          </a:p>
        </p:txBody>
      </p:sp>
      <p:sp>
        <p:nvSpPr>
          <p:cNvPr id="12" name="texto-49"/>
          <p:cNvSpPr txBox="1"/>
          <p:nvPr/>
        </p:nvSpPr>
        <p:spPr>
          <a:xfrm>
            <a:off x="6217920" y="43159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Cuando registras una obra</a:t>
            </a:r>
            <a:endParaRPr lang="en-US" sz="1300" dirty="0"/>
          </a:p>
        </p:txBody>
      </p:sp>
      <p:pic>
        <p:nvPicPr>
          <p:cNvPr id="13" name="imagen-50" descr="punto-du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8736" y="1691640"/>
            <a:ext cx="1979407" cy="2103120"/>
          </a:xfrm>
          <a:prstGeom prst="rect">
            <a:avLst/>
          </a:prstGeom>
        </p:spPr>
      </p:pic>
      <p:sp>
        <p:nvSpPr>
          <p:cNvPr id="14" name="texto-51"/>
          <p:cNvSpPr txBox="1"/>
          <p:nvPr/>
        </p:nvSpPr>
        <p:spPr>
          <a:xfrm>
            <a:off x="9052560" y="3931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Duda</a:t>
            </a:r>
            <a:endParaRPr lang="en-US" sz="1700" dirty="0"/>
          </a:p>
        </p:txBody>
      </p:sp>
      <p:sp>
        <p:nvSpPr>
          <p:cNvPr id="15" name="texto-52"/>
          <p:cNvSpPr txBox="1"/>
          <p:nvPr/>
        </p:nvSpPr>
        <p:spPr>
          <a:xfrm>
            <a:off x="9052560" y="43159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Página no encontrada</a:t>
            </a:r>
            <a:endParaRPr lang="en-US" sz="1300" dirty="0"/>
          </a:p>
        </p:txBody>
      </p:sp>
      <p:sp>
        <p:nvSpPr>
          <p:cNvPr id="16" name="texto-53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Hecho del producto, como el muñeco de Michelin está hecho de llantas: es el sello que va detrás del cuadro. Su contorno es el logo real y su chapita es el punto dorado. Nunca interrumpe y nunca sale en la página de la obra.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PIEZAS FÍSICAS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Lo que toca el comprador</a:t>
            </a:r>
            <a:endParaRPr lang="en-US" sz="3400" dirty="0"/>
          </a:p>
        </p:txBody>
      </p:sp>
      <p:pic>
        <p:nvPicPr>
          <p:cNvPr id="4" name="imagen-54" descr="piezas-BRAI-0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6420"/>
            <a:ext cx="6949440" cy="4053840"/>
          </a:xfrm>
          <a:prstGeom prst="rect">
            <a:avLst/>
          </a:prstGeom>
        </p:spPr>
      </p:pic>
      <p:sp>
        <p:nvSpPr>
          <p:cNvPr id="5" name="texto-55"/>
          <p:cNvSpPr txBox="1"/>
          <p:nvPr/>
        </p:nvSpPr>
        <p:spPr>
          <a:xfrm>
            <a:off x="7863840" y="182880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Tarjeta de dueño.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85 × 55 mm, firmada a mano, con el código bajo raspadita.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Sello NFC.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30 mm, detrás del cuadro. Se rompe si lo despegan.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QR.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Junto al sello, para celulares sin NFC.</a:t>
            </a:r>
            <a:endParaRPr lang="en-US" sz="1500" dirty="0"/>
          </a:p>
        </p:txBody>
      </p:sp>
      <p:sp>
        <p:nvSpPr>
          <p:cNvPr id="6" name="texto-56"/>
          <p:cNvSpPr txBox="1"/>
          <p:nvPr/>
        </p:nvSpPr>
        <p:spPr>
          <a:xfrm>
            <a:off x="7863840" y="51206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 imprimir en tamaño real: visuales/imprimir/piezas-BRAI-0001-carta.pdf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LANDING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Vendiste tu obra. ¿Sabes dónde está hoy?</a:t>
            </a:r>
            <a:endParaRPr lang="en-US" sz="3400" dirty="0"/>
          </a:p>
        </p:txBody>
      </p:sp>
      <p:pic>
        <p:nvPicPr>
          <p:cNvPr id="4" name="imagen-57" descr="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022592" cy="4389120"/>
          </a:xfrm>
          <a:prstGeom prst="rect">
            <a:avLst/>
          </a:prstGeom>
        </p:spPr>
      </p:pic>
      <p:sp>
        <p:nvSpPr>
          <p:cNvPr id="5" name="marco-58"/>
          <p:cNvSpPr/>
          <p:nvPr/>
        </p:nvSpPr>
        <p:spPr>
          <a:xfrm>
            <a:off x="9244584" y="1609344"/>
            <a:ext cx="2171613" cy="4507992"/>
          </a:xfrm>
          <a:prstGeom prst="roundRect">
            <a:avLst>
              <a:gd name="adj" fmla="val 9264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6" name="pantalla-59" descr="la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691640"/>
            <a:ext cx="2007021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COMPRADOR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La página de la obra, como una cédula de museo</a:t>
            </a:r>
            <a:endParaRPr lang="en-US" sz="3400" dirty="0"/>
          </a:p>
        </p:txBody>
      </p:sp>
      <p:sp>
        <p:nvSpPr>
          <p:cNvPr id="4" name="marco-60"/>
          <p:cNvSpPr/>
          <p:nvPr/>
        </p:nvSpPr>
        <p:spPr>
          <a:xfrm>
            <a:off x="603504" y="1609344"/>
            <a:ext cx="1981474" cy="4096512"/>
          </a:xfrm>
          <a:prstGeom prst="roundRect">
            <a:avLst>
              <a:gd name="adj" fmla="val 10152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5" name="pantalla-61" descr="ob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816882" cy="3931920"/>
          </a:xfrm>
          <a:prstGeom prst="rect">
            <a:avLst/>
          </a:prstGeom>
        </p:spPr>
      </p:pic>
      <p:sp>
        <p:nvSpPr>
          <p:cNvPr id="6" name="texto-62"/>
          <p:cNvSpPr txBox="1"/>
          <p:nvPr/>
        </p:nvSpPr>
        <p:spPr>
          <a:xfrm>
            <a:off x="365760" y="5760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Toca el sello y se abre la obra</a:t>
            </a:r>
            <a:endParaRPr lang="en-US" sz="1200" dirty="0"/>
          </a:p>
        </p:txBody>
      </p:sp>
      <p:sp>
        <p:nvSpPr>
          <p:cNvPr id="7" name="marco-63"/>
          <p:cNvSpPr/>
          <p:nvPr/>
        </p:nvSpPr>
        <p:spPr>
          <a:xfrm>
            <a:off x="3346704" y="1609344"/>
            <a:ext cx="1981474" cy="4096512"/>
          </a:xfrm>
          <a:prstGeom prst="roundRect">
            <a:avLst>
              <a:gd name="adj" fmla="val 10152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8" name="pantalla-64" descr="reclam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691640"/>
            <a:ext cx="1816882" cy="3931920"/>
          </a:xfrm>
          <a:prstGeom prst="rect">
            <a:avLst/>
          </a:prstGeom>
        </p:spPr>
      </p:pic>
      <p:sp>
        <p:nvSpPr>
          <p:cNvPr id="9" name="texto-65"/>
          <p:cNvSpPr txBox="1"/>
          <p:nvPr/>
        </p:nvSpPr>
        <p:spPr>
          <a:xfrm>
            <a:off x="3108960" y="5760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Raspa su código y la reclama</a:t>
            </a:r>
            <a:endParaRPr lang="en-US" sz="1200" dirty="0"/>
          </a:p>
        </p:txBody>
      </p:sp>
      <p:sp>
        <p:nvSpPr>
          <p:cNvPr id="10" name="marco-66"/>
          <p:cNvSpPr/>
          <p:nvPr/>
        </p:nvSpPr>
        <p:spPr>
          <a:xfrm>
            <a:off x="6089904" y="1609344"/>
            <a:ext cx="1981474" cy="4096512"/>
          </a:xfrm>
          <a:prstGeom prst="roundRect">
            <a:avLst>
              <a:gd name="adj" fmla="val 10152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11" name="pantalla-67" descr="artis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1816882" cy="3931920"/>
          </a:xfrm>
          <a:prstGeom prst="rect">
            <a:avLst/>
          </a:prstGeom>
        </p:spPr>
      </p:pic>
      <p:sp>
        <p:nvSpPr>
          <p:cNvPr id="12" name="texto-68"/>
          <p:cNvSpPr txBox="1"/>
          <p:nvPr/>
        </p:nvSpPr>
        <p:spPr>
          <a:xfrm>
            <a:off x="5852160" y="5760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 las demás obras del artista</a:t>
            </a:r>
            <a:endParaRPr lang="en-US" sz="1200" dirty="0"/>
          </a:p>
        </p:txBody>
      </p:sp>
      <p:sp>
        <p:nvSpPr>
          <p:cNvPr id="13" name="texto-69"/>
          <p:cNvSpPr txBox="1"/>
          <p:nvPr/>
        </p:nvSpPr>
        <p:spPr>
          <a:xfrm>
            <a:off x="8915400" y="192024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lado del comprador manda el artista: su nombre, su color, su historia. Brai solo firma abajo con el sello Registro Brai.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VE EL ARTISTA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Tu panel te dice quién tiene cada obra</a:t>
            </a:r>
            <a:endParaRPr lang="en-US" sz="3400" dirty="0"/>
          </a:p>
        </p:txBody>
      </p:sp>
      <p:sp>
        <p:nvSpPr>
          <p:cNvPr id="4" name="marco-70"/>
          <p:cNvSpPr/>
          <p:nvPr/>
        </p:nvSpPr>
        <p:spPr>
          <a:xfrm>
            <a:off x="740664" y="1609344"/>
            <a:ext cx="2171613" cy="4507992"/>
          </a:xfrm>
          <a:prstGeom prst="roundRect">
            <a:avLst>
              <a:gd name="adj" fmla="val 9264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5" name="pantalla-71" descr="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007021" cy="4343400"/>
          </a:xfrm>
          <a:prstGeom prst="rect">
            <a:avLst/>
          </a:prstGeom>
        </p:spPr>
      </p:pic>
      <p:pic>
        <p:nvPicPr>
          <p:cNvPr id="6" name="imagen-72" descr="pan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91640"/>
            <a:ext cx="5120640" cy="3200400"/>
          </a:xfrm>
          <a:prstGeom prst="rect">
            <a:avLst/>
          </a:prstGeom>
        </p:spPr>
      </p:pic>
      <p:sp>
        <p:nvSpPr>
          <p:cNvPr id="7" name="texto-73"/>
          <p:cNvSpPr txBox="1"/>
          <p:nvPr/>
        </p:nvSpPr>
        <p:spPr>
          <a:xfrm>
            <a:off x="9098280" y="1828800"/>
            <a:ext cx="2560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Quién tiene tu obra, con su correo.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Avisar a tus coleccionistas de tu obra nueva.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Registrar una obra con foto.</a:t>
            </a:r>
            <a:endParaRPr lang="en-US" sz="1500" dirty="0"/>
          </a:p>
        </p:txBody>
      </p:sp>
      <p:sp>
        <p:nvSpPr>
          <p:cNvPr id="8" name="texto-74"/>
          <p:cNvSpPr txBox="1"/>
          <p:nvPr/>
        </p:nvSpPr>
        <p:spPr>
          <a:xfrm>
            <a:off x="3657600" y="51206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 la demo, si alguien reclama una obra, su correo aparece aquí al momento.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 LA REUNIÓN CON UN ARTISTA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Brai en 5 minutos, con su nombre</a:t>
            </a:r>
            <a:endParaRPr lang="en-US" sz="3400" dirty="0"/>
          </a:p>
        </p:txBody>
      </p:sp>
      <p:sp>
        <p:nvSpPr>
          <p:cNvPr id="4" name="marco-75"/>
          <p:cNvSpPr/>
          <p:nvPr/>
        </p:nvSpPr>
        <p:spPr>
          <a:xfrm>
            <a:off x="740664" y="1609344"/>
            <a:ext cx="2171613" cy="4507992"/>
          </a:xfrm>
          <a:prstGeom prst="roundRect">
            <a:avLst>
              <a:gd name="adj" fmla="val 9264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5" name="pantalla-76" descr="recorr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2007021" cy="4343400"/>
          </a:xfrm>
          <a:prstGeom prst="rect">
            <a:avLst/>
          </a:prstGeom>
        </p:spPr>
      </p:pic>
      <p:sp>
        <p:nvSpPr>
          <p:cNvPr id="6" name="numero-77"/>
          <p:cNvSpPr/>
          <p:nvPr/>
        </p:nvSpPr>
        <p:spPr>
          <a:xfrm>
            <a:off x="3657600" y="1783080"/>
            <a:ext cx="420624" cy="420624"/>
          </a:xfrm>
          <a:prstGeom prst="ellipse">
            <a:avLst/>
          </a:prstGeom>
          <a:solidFill>
            <a:srgbClr val="A2563D"/>
          </a:solidFill>
          <a:ln w="12700">
            <a:solidFill>
              <a:srgbClr val="A2563D"/>
            </a:solidFill>
            <a:prstDash val="solid"/>
          </a:ln>
        </p:spPr>
      </p:sp>
      <p:sp>
        <p:nvSpPr>
          <p:cNvPr id="7" name="texto-78"/>
          <p:cNvSpPr txBox="1"/>
          <p:nvPr/>
        </p:nvSpPr>
        <p:spPr>
          <a:xfrm>
            <a:off x="365760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o-79"/>
          <p:cNvSpPr txBox="1"/>
          <p:nvPr/>
        </p:nvSpPr>
        <p:spPr>
          <a:xfrm>
            <a:off x="4251960" y="1783080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Tu obra lleva un sello</a:t>
            </a:r>
            <a:endParaRPr lang="en-US" sz="1700" dirty="0"/>
          </a:p>
        </p:txBody>
      </p:sp>
      <p:sp>
        <p:nvSpPr>
          <p:cNvPr id="9" name="numero-80"/>
          <p:cNvSpPr/>
          <p:nvPr/>
        </p:nvSpPr>
        <p:spPr>
          <a:xfrm>
            <a:off x="3657600" y="2441448"/>
            <a:ext cx="420624" cy="420624"/>
          </a:xfrm>
          <a:prstGeom prst="ellipse">
            <a:avLst/>
          </a:prstGeom>
          <a:solidFill>
            <a:srgbClr val="A2563D"/>
          </a:solidFill>
          <a:ln w="12700">
            <a:solidFill>
              <a:srgbClr val="A2563D"/>
            </a:solidFill>
            <a:prstDash val="solid"/>
          </a:ln>
        </p:spPr>
      </p:sp>
      <p:sp>
        <p:nvSpPr>
          <p:cNvPr id="10" name="texto-81"/>
          <p:cNvSpPr txBox="1"/>
          <p:nvPr/>
        </p:nvSpPr>
        <p:spPr>
          <a:xfrm>
            <a:off x="3657600" y="2441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o-82"/>
          <p:cNvSpPr txBox="1"/>
          <p:nvPr/>
        </p:nvSpPr>
        <p:spPr>
          <a:xfrm>
            <a:off x="4251960" y="2441448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Tu comprador la pone a su nombre</a:t>
            </a:r>
            <a:endParaRPr lang="en-US" sz="1700" dirty="0"/>
          </a:p>
        </p:txBody>
      </p:sp>
      <p:sp>
        <p:nvSpPr>
          <p:cNvPr id="12" name="numero-83"/>
          <p:cNvSpPr/>
          <p:nvPr/>
        </p:nvSpPr>
        <p:spPr>
          <a:xfrm>
            <a:off x="3657600" y="3099816"/>
            <a:ext cx="420624" cy="420624"/>
          </a:xfrm>
          <a:prstGeom prst="ellipse">
            <a:avLst/>
          </a:prstGeom>
          <a:solidFill>
            <a:srgbClr val="A2563D"/>
          </a:solidFill>
          <a:ln w="12700">
            <a:solidFill>
              <a:srgbClr val="A2563D"/>
            </a:solidFill>
            <a:prstDash val="solid"/>
          </a:ln>
        </p:spPr>
      </p:sp>
      <p:sp>
        <p:nvSpPr>
          <p:cNvPr id="13" name="texto-84"/>
          <p:cNvSpPr txBox="1"/>
          <p:nvPr/>
        </p:nvSpPr>
        <p:spPr>
          <a:xfrm>
            <a:off x="3657600" y="3099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o-85"/>
          <p:cNvSpPr txBox="1"/>
          <p:nvPr/>
        </p:nvSpPr>
        <p:spPr>
          <a:xfrm>
            <a:off x="4251960" y="3099816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Tú sabes quién la tiene</a:t>
            </a:r>
            <a:endParaRPr lang="en-US" sz="1700" dirty="0"/>
          </a:p>
        </p:txBody>
      </p:sp>
      <p:sp>
        <p:nvSpPr>
          <p:cNvPr id="15" name="numero-86"/>
          <p:cNvSpPr/>
          <p:nvPr/>
        </p:nvSpPr>
        <p:spPr>
          <a:xfrm>
            <a:off x="3657600" y="3758184"/>
            <a:ext cx="420624" cy="420624"/>
          </a:xfrm>
          <a:prstGeom prst="ellipse">
            <a:avLst/>
          </a:prstGeom>
          <a:solidFill>
            <a:srgbClr val="A2563D"/>
          </a:solidFill>
          <a:ln w="12700">
            <a:solidFill>
              <a:srgbClr val="A2563D"/>
            </a:solidFill>
            <a:prstDash val="solid"/>
          </a:ln>
        </p:spPr>
      </p:sp>
      <p:sp>
        <p:nvSpPr>
          <p:cNvPr id="16" name="texto-87"/>
          <p:cNvSpPr txBox="1"/>
          <p:nvPr/>
        </p:nvSpPr>
        <p:spPr>
          <a:xfrm>
            <a:off x="3657600" y="37581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o-88"/>
          <p:cNvSpPr txBox="1"/>
          <p:nvPr/>
        </p:nvSpPr>
        <p:spPr>
          <a:xfrm>
            <a:off x="4251960" y="3758184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Cuánto cuesta, con tus números</a:t>
            </a:r>
            <a:endParaRPr lang="en-US" sz="1700" dirty="0"/>
          </a:p>
        </p:txBody>
      </p:sp>
      <p:sp>
        <p:nvSpPr>
          <p:cNvPr id="18" name="numero-89"/>
          <p:cNvSpPr/>
          <p:nvPr/>
        </p:nvSpPr>
        <p:spPr>
          <a:xfrm>
            <a:off x="3657600" y="4416552"/>
            <a:ext cx="420624" cy="420624"/>
          </a:xfrm>
          <a:prstGeom prst="ellipse">
            <a:avLst/>
          </a:prstGeom>
          <a:solidFill>
            <a:srgbClr val="A2563D"/>
          </a:solidFill>
          <a:ln w="12700">
            <a:solidFill>
              <a:srgbClr val="A2563D"/>
            </a:solidFill>
            <a:prstDash val="solid"/>
          </a:ln>
        </p:spPr>
      </p:sp>
      <p:sp>
        <p:nvSpPr>
          <p:cNvPr id="19" name="texto-90"/>
          <p:cNvSpPr txBox="1"/>
          <p:nvPr/>
        </p:nvSpPr>
        <p:spPr>
          <a:xfrm>
            <a:off x="365760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texto-91"/>
          <p:cNvSpPr txBox="1"/>
          <p:nvPr/>
        </p:nvSpPr>
        <p:spPr>
          <a:xfrm>
            <a:off x="4251960" y="441655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Queremos que seas fundador</a:t>
            </a:r>
            <a:endParaRPr lang="en-US" sz="1700" dirty="0"/>
          </a:p>
        </p:txBody>
      </p:sp>
      <p:sp>
        <p:nvSpPr>
          <p:cNvPr id="21" name="texto-92"/>
          <p:cNvSpPr txBox="1"/>
          <p:nvPr/>
        </p:nvSpPr>
        <p:spPr>
          <a:xfrm>
            <a:off x="3657600" y="52578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Link: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/recorrido?para=Nombre del artista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El nombre vive solo en esa pestaña: no se publica.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 COMPARTIR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Lo que se ve en WhatsApp y en redes</a:t>
            </a:r>
            <a:endParaRPr lang="en-US" sz="3400" dirty="0"/>
          </a:p>
        </p:txBody>
      </p:sp>
      <p:pic>
        <p:nvPicPr>
          <p:cNvPr id="4" name="imagen-93" descr="imagen-para-compart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7652"/>
            <a:ext cx="6949440" cy="3648456"/>
          </a:xfrm>
          <a:prstGeom prst="rect">
            <a:avLst/>
          </a:prstGeom>
        </p:spPr>
      </p:pic>
      <p:sp>
        <p:nvSpPr>
          <p:cNvPr id="5" name="texto-94"/>
          <p:cNvSpPr txBox="1"/>
          <p:nvPr/>
        </p:nvSpPr>
        <p:spPr>
          <a:xfrm>
            <a:off x="548640" y="55732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Imagen al pegar el link (1200 × 630)</a:t>
            </a:r>
            <a:endParaRPr lang="en-US" sz="1200" dirty="0"/>
          </a:p>
        </p:txBody>
      </p:sp>
      <p:sp>
        <p:nvSpPr>
          <p:cNvPr id="6" name="marco-95"/>
          <p:cNvSpPr/>
          <p:nvPr/>
        </p:nvSpPr>
        <p:spPr>
          <a:xfrm>
            <a:off x="8513064" y="1609344"/>
            <a:ext cx="2530602" cy="4370832"/>
          </a:xfrm>
          <a:prstGeom prst="roundRect">
            <a:avLst>
              <a:gd name="adj" fmla="val 7949"/>
            </a:avLst>
          </a:prstGeom>
          <a:solidFill>
            <a:srgbClr val="2B2622"/>
          </a:solidFill>
          <a:ln w="12700">
            <a:solidFill>
              <a:srgbClr val="2B2622"/>
            </a:solidFill>
            <a:prstDash val="solid"/>
          </a:ln>
          <a:effectLst>
            <a:outerShdw sx="100000" sy="100000" kx="0" ky="0" algn="bl" rotWithShape="0" blurRad="152400" dist="50800" dir="5400000">
              <a:srgbClr val="2B2622">
                <a:alpha val="18000"/>
              </a:srgbClr>
            </a:outerShdw>
          </a:effectLst>
        </p:spPr>
      </p:sp>
      <p:pic>
        <p:nvPicPr>
          <p:cNvPr id="7" name="pantalla-96" descr="escena-sello-cuad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66010" cy="4206240"/>
          </a:xfrm>
          <a:prstGeom prst="rect">
            <a:avLst/>
          </a:prstGeom>
        </p:spPr>
      </p:pic>
      <p:sp>
        <p:nvSpPr>
          <p:cNvPr id="8" name="texto-97"/>
          <p:cNvSpPr txBox="1"/>
          <p:nvPr/>
        </p:nvSpPr>
        <p:spPr>
          <a:xfrm>
            <a:off x="7955280" y="5989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Clip vertical de 10 s para el infomercial o un Reel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0936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C52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Todo vive en el mismo link de Vercel</a:t>
            </a:r>
            <a:endParaRPr lang="en-US" sz="4000" dirty="0"/>
          </a:p>
        </p:txBody>
      </p:sp>
      <p:sp>
        <p:nvSpPr>
          <p:cNvPr id="3" name="texto-98"/>
          <p:cNvSpPr txBox="1"/>
          <p:nvPr/>
        </p:nvSpPr>
        <p:spPr>
          <a:xfrm>
            <a:off x="731520" y="23774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</a:t>
            </a:r>
            <a:endParaRPr lang="en-US" sz="1600" dirty="0"/>
          </a:p>
        </p:txBody>
      </p:sp>
      <p:sp>
        <p:nvSpPr>
          <p:cNvPr id="4" name="texto-99"/>
          <p:cNvSpPr txBox="1"/>
          <p:nvPr/>
        </p:nvSpPr>
        <p:spPr>
          <a:xfrm>
            <a:off x="4846320" y="23774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Landing</a:t>
            </a:r>
            <a:endParaRPr lang="en-US" sz="1600" dirty="0"/>
          </a:p>
        </p:txBody>
      </p:sp>
      <p:sp>
        <p:nvSpPr>
          <p:cNvPr id="5" name="texto-100"/>
          <p:cNvSpPr txBox="1"/>
          <p:nvPr/>
        </p:nvSpPr>
        <p:spPr>
          <a:xfrm>
            <a:off x="731520" y="29260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/o/7KQ2X</a:t>
            </a:r>
            <a:endParaRPr lang="en-US" sz="1600" dirty="0"/>
          </a:p>
        </p:txBody>
      </p:sp>
      <p:sp>
        <p:nvSpPr>
          <p:cNvPr id="6" name="texto-101"/>
          <p:cNvSpPr txBox="1"/>
          <p:nvPr/>
        </p:nvSpPr>
        <p:spPr>
          <a:xfrm>
            <a:off x="4846320" y="29260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Página de una obra (código de dueño 4K7P-9QX2)</a:t>
            </a:r>
            <a:endParaRPr lang="en-US" sz="1600" dirty="0"/>
          </a:p>
        </p:txBody>
      </p:sp>
      <p:sp>
        <p:nvSpPr>
          <p:cNvPr id="7" name="texto-102"/>
          <p:cNvSpPr txBox="1"/>
          <p:nvPr/>
        </p:nvSpPr>
        <p:spPr>
          <a:xfrm>
            <a:off x="731520" y="34747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/panel</a:t>
            </a:r>
            <a:endParaRPr lang="en-US" sz="1600" dirty="0"/>
          </a:p>
        </p:txBody>
      </p:sp>
      <p:sp>
        <p:nvSpPr>
          <p:cNvPr id="8" name="texto-103"/>
          <p:cNvSpPr txBox="1"/>
          <p:nvPr/>
        </p:nvSpPr>
        <p:spPr>
          <a:xfrm>
            <a:off x="4846320" y="34747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Panel del artista</a:t>
            </a:r>
            <a:endParaRPr lang="en-US" sz="1600" dirty="0"/>
          </a:p>
        </p:txBody>
      </p:sp>
      <p:sp>
        <p:nvSpPr>
          <p:cNvPr id="9" name="texto-104"/>
          <p:cNvSpPr txBox="1"/>
          <p:nvPr/>
        </p:nvSpPr>
        <p:spPr>
          <a:xfrm>
            <a:off x="731520" y="4023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/recorrido?para=Nombre</a:t>
            </a:r>
            <a:endParaRPr lang="en-US" sz="1600" dirty="0"/>
          </a:p>
        </p:txBody>
      </p:sp>
      <p:sp>
        <p:nvSpPr>
          <p:cNvPr id="10" name="texto-105"/>
          <p:cNvSpPr txBox="1"/>
          <p:nvPr/>
        </p:nvSpPr>
        <p:spPr>
          <a:xfrm>
            <a:off x="4846320" y="40233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Recorrido de 5 minutos</a:t>
            </a:r>
            <a:endParaRPr lang="en-US" sz="1600" dirty="0"/>
          </a:p>
        </p:txBody>
      </p:sp>
      <p:sp>
        <p:nvSpPr>
          <p:cNvPr id="11" name="texto-106"/>
          <p:cNvSpPr txBox="1"/>
          <p:nvPr/>
        </p:nvSpPr>
        <p:spPr>
          <a:xfrm>
            <a:off x="73152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/marca</a:t>
            </a:r>
            <a:endParaRPr lang="en-US" sz="1600" dirty="0"/>
          </a:p>
        </p:txBody>
      </p:sp>
      <p:sp>
        <p:nvSpPr>
          <p:cNvPr id="12" name="texto-107"/>
          <p:cNvSpPr txBox="1"/>
          <p:nvPr/>
        </p:nvSpPr>
        <p:spPr>
          <a:xfrm>
            <a:off x="4846320" y="45720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Kit de marca y Punto</a:t>
            </a:r>
            <a:endParaRPr lang="en-US" sz="1600" dirty="0"/>
          </a:p>
        </p:txBody>
      </p:sp>
      <p:sp>
        <p:nvSpPr>
          <p:cNvPr id="13" name="texto-108"/>
          <p:cNvSpPr txBox="1"/>
          <p:nvPr/>
        </p:nvSpPr>
        <p:spPr>
          <a:xfrm>
            <a:off x="731520" y="5120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/imprimir/7KQ2X</a:t>
            </a:r>
            <a:endParaRPr lang="en-US" sz="1600" dirty="0"/>
          </a:p>
        </p:txBody>
      </p:sp>
      <p:sp>
        <p:nvSpPr>
          <p:cNvPr id="14" name="texto-109"/>
          <p:cNvSpPr txBox="1"/>
          <p:nvPr/>
        </p:nvSpPr>
        <p:spPr>
          <a:xfrm>
            <a:off x="4846320" y="512064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Piezas en tamaño real</a:t>
            </a:r>
            <a:endParaRPr lang="en-US" sz="1600" dirty="0"/>
          </a:p>
        </p:txBody>
      </p:sp>
      <p:pic>
        <p:nvPicPr>
          <p:cNvPr id="15" name="punto-cierre" descr="Punto feliz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4846320"/>
            <a:ext cx="1371600" cy="14962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rai">
  <a:themeElements>
    <a:clrScheme name="Brai">
      <a:dk1>
        <a:srgbClr val="2B2622"/>
      </a:dk1>
      <a:lt1>
        <a:srgbClr val="F6F1EA"/>
      </a:lt1>
      <a:dk2>
        <a:srgbClr val="5E6C52"/>
      </a:dk2>
      <a:lt2>
        <a:srgbClr val="E9E1D4"/>
      </a:lt2>
      <a:accent1>
        <a:srgbClr val="A2563D"/>
      </a:accent1>
      <a:accent2>
        <a:srgbClr val="C06E52"/>
      </a:accent2>
      <a:accent3>
        <a:srgbClr val="C9A24B"/>
      </a:accent3>
      <a:accent4>
        <a:srgbClr val="5E6C52"/>
      </a:accent4>
      <a:accent5>
        <a:srgbClr val="8C4932"/>
      </a:accent5>
      <a:accent6>
        <a:srgbClr val="E5DDCF"/>
      </a:accent6>
      <a:hlink>
        <a:srgbClr val="A2563D"/>
      </a:hlink>
      <a:folHlink>
        <a:srgbClr val="8C4932"/>
      </a:folHlink>
    </a:clrScheme>
    <a:fontScheme name="Brai">
      <a:majorFont>
        <a:latin typeface="Fraunce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chibsted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Brai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Brai, visuales de marca y prototipo</dc:title>
  <dc:subject>PptxGenJS Presentation</dc:subject>
  <dc:creator>Equipo Brai</dc:creator>
  <cp:lastModifiedBy>Equipo Brai</cp:lastModifiedBy>
  <cp:revision>1</cp:revision>
  <dcterms:created xsi:type="dcterms:W3CDTF">2026-10-31T18:29:44Z</dcterms:created>
  <dcterms:modified xsi:type="dcterms:W3CDTF">2026-10-31T18:29:44Z</dcterms:modified>
</cp:coreProperties>
</file>